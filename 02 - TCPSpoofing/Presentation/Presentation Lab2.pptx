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5" r:id="rId4"/>
    <p:sldMasterId id="2147483666" r:id="rId5"/>
  </p:sldMasterIdLst>
  <p:notesMasterIdLst>
    <p:notesMasterId r:id="rId28"/>
  </p:notesMasterIdLst>
  <p:sldIdLst>
    <p:sldId id="268" r:id="rId6"/>
    <p:sldId id="269" r:id="rId7"/>
    <p:sldId id="257" r:id="rId8"/>
    <p:sldId id="264" r:id="rId9"/>
    <p:sldId id="265" r:id="rId10"/>
    <p:sldId id="261" r:id="rId11"/>
    <p:sldId id="278" r:id="rId12"/>
    <p:sldId id="277" r:id="rId13"/>
    <p:sldId id="267" r:id="rId14"/>
    <p:sldId id="270" r:id="rId15"/>
    <p:sldId id="271" r:id="rId16"/>
    <p:sldId id="272" r:id="rId17"/>
    <p:sldId id="279" r:id="rId18"/>
    <p:sldId id="281" r:id="rId19"/>
    <p:sldId id="280" r:id="rId20"/>
    <p:sldId id="273" r:id="rId21"/>
    <p:sldId id="285" r:id="rId22"/>
    <p:sldId id="286" r:id="rId23"/>
    <p:sldId id="287" r:id="rId24"/>
    <p:sldId id="274" r:id="rId25"/>
    <p:sldId id="289" r:id="rId26"/>
    <p:sldId id="284" r:id="rId27"/>
  </p:sldIdLst>
  <p:sldSz cx="9144000" cy="6858000" type="screen4x3"/>
  <p:notesSz cx="6858000" cy="9144000"/>
  <p:embeddedFontLst>
    <p:embeddedFont>
      <p:font typeface="Avenir Next LT Pro" panose="020B0504020202020204" pitchFamily="34" charset="0"/>
      <p:regular r:id="rId29"/>
      <p:bold r:id="rId30"/>
      <p:italic r:id="rId31"/>
      <p:boldItalic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Cuprum" panose="020B0604020202020204" charset="0"/>
      <p:regular r:id="rId37"/>
      <p:bold r:id="rId38"/>
      <p:italic r:id="rId39"/>
      <p:boldItalic r:id="rId40"/>
    </p:embeddedFont>
    <p:embeddedFont>
      <p:font typeface="Perpetua" panose="02020502060401020303" pitchFamily="18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91A"/>
    <a:srgbClr val="060A1A"/>
    <a:srgbClr val="060A1E"/>
    <a:srgbClr val="050818"/>
    <a:srgbClr val="39C8ED"/>
    <a:srgbClr val="070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47" dt="2026-10-13T22:36:18.934"/>
    <p1510:client id="{2448DB7B-8ACA-E780-7CEE-E777C2CD7F12}" v="213" dt="2026-10-13T17:42:24.048"/>
    <p1510:client id="{3EE3791C-165C-81ED-1D94-3CE908ACAAB3}" v="11" dt="2026-10-13T16:35:39.844"/>
    <p1510:client id="{8D4C7FAB-17AC-C88A-36D3-10E196B34976}" v="183" dt="2026-10-13T19:04:46.531"/>
    <p1510:client id="{8E6F1266-58FE-4904-830D-DBCADCACDC24}" v="625" dt="2026-10-14T00:28:17.498"/>
    <p1510:client id="{C20B8E25-B7E0-E02F-A5CB-F76E38790EE3}" v="1251" dt="2026-10-13T20:56:47.511"/>
    <p1510:client id="{CC4F64B6-F3F8-3490-E381-9691030DE253}" v="180" dt="2026-10-13T18:39:55.685"/>
    <p1510:client id="{CDB882EE-5A7D-C80F-3986-E74AAD3C0EEE}" v="60" dt="2026-10-13T20:00:50.733"/>
    <p1510:client id="{D5612234-1774-124B-786B-48D45B6110C1}" v="2" dt="2026-10-13T16:48:40.853"/>
    <p1510:client id="{EEE8A9F4-625B-42CA-97F0-B3F50549A01A}" v="619" dt="2026-10-13T22:02:53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669" autoAdjust="0"/>
  </p:normalViewPr>
  <p:slideViewPr>
    <p:cSldViewPr snapToGrid="0">
      <p:cViewPr varScale="1">
        <p:scale>
          <a:sx n="71" d="100"/>
          <a:sy n="71" d="100"/>
        </p:scale>
        <p:origin x="1542" y="5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1.fntdata"/><Relationship Id="rId21" Type="http://schemas.openxmlformats.org/officeDocument/2006/relationships/slide" Target="slides/slide16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1.fntdata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Vulcu" userId="S::alessandro.vulcu@studenti.unipd.it::5994032a-4236-4402-8dd4-c847d7b5cf6a" providerId="AD" clId="Web-{D5612234-1774-124B-786B-48D45B6110C1}"/>
    <pc:docChg chg="modSld">
      <pc:chgData name="Alessandro Vulcu" userId="S::alessandro.vulcu@studenti.unipd.it::5994032a-4236-4402-8dd4-c847d7b5cf6a" providerId="AD" clId="Web-{D5612234-1774-124B-786B-48D45B6110C1}" dt="2026-10-13T16:48:39.712" v="735"/>
      <pc:docMkLst>
        <pc:docMk/>
      </pc:docMkLst>
      <pc:sldChg chg="modNotes">
        <pc:chgData name="Alessandro Vulcu" userId="S::alessandro.vulcu@studenti.unipd.it::5994032a-4236-4402-8dd4-c847d7b5cf6a" providerId="AD" clId="Web-{D5612234-1774-124B-786B-48D45B6110C1}" dt="2026-10-13T16:25:58.502" v="498"/>
        <pc:sldMkLst>
          <pc:docMk/>
          <pc:sldMk cId="0" sldId="257"/>
        </pc:sldMkLst>
      </pc:sldChg>
      <pc:sldChg chg="modNotes">
        <pc:chgData name="Alessandro Vulcu" userId="S::alessandro.vulcu@studenti.unipd.it::5994032a-4236-4402-8dd4-c847d7b5cf6a" providerId="AD" clId="Web-{D5612234-1774-124B-786B-48D45B6110C1}" dt="2026-10-13T16:33:01.997" v="500"/>
        <pc:sldMkLst>
          <pc:docMk/>
          <pc:sldMk cId="1108733334" sldId="264"/>
        </pc:sldMkLst>
      </pc:sldChg>
      <pc:sldChg chg="modSp modNotes">
        <pc:chgData name="Alessandro Vulcu" userId="S::alessandro.vulcu@studenti.unipd.it::5994032a-4236-4402-8dd4-c847d7b5cf6a" providerId="AD" clId="Web-{D5612234-1774-124B-786B-48D45B6110C1}" dt="2026-10-13T16:48:39.712" v="735"/>
        <pc:sldMkLst>
          <pc:docMk/>
          <pc:sldMk cId="2733955260" sldId="265"/>
        </pc:sldMkLst>
        <pc:picChg chg="mod">
          <ac:chgData name="Alessandro Vulcu" userId="S::alessandro.vulcu@studenti.unipd.it::5994032a-4236-4402-8dd4-c847d7b5cf6a" providerId="AD" clId="Web-{D5612234-1774-124B-786B-48D45B6110C1}" dt="2026-10-13T16:41:32.373" v="514" actId="1076"/>
          <ac:picMkLst>
            <pc:docMk/>
            <pc:sldMk cId="2733955260" sldId="265"/>
            <ac:picMk id="3" creationId="{1E34CD6A-A6BB-399F-A438-B1F5BC183F8C}"/>
          </ac:picMkLst>
        </pc:picChg>
      </pc:sldChg>
    </pc:docChg>
  </pc:docChgLst>
  <pc:docChgLst>
    <pc:chgData name="Filippo Bellon" userId="S::filippo.bellon@studenti.unipd.it::a1a32256-d52c-4daf-b379-79fd61843191" providerId="AD" clId="Web-{8D4C7FAB-17AC-C88A-36D3-10E196B34976}"/>
    <pc:docChg chg="addSld modSld">
      <pc:chgData name="Filippo Bellon" userId="S::filippo.bellon@studenti.unipd.it::a1a32256-d52c-4daf-b379-79fd61843191" providerId="AD" clId="Web-{8D4C7FAB-17AC-C88A-36D3-10E196B34976}" dt="2026-10-13T19:04:46.531" v="770" actId="20577"/>
      <pc:docMkLst>
        <pc:docMk/>
      </pc:docMkLst>
      <pc:sldChg chg="addSp delSp modSp modNotes">
        <pc:chgData name="Filippo Bellon" userId="S::filippo.bellon@studenti.unipd.it::a1a32256-d52c-4daf-b379-79fd61843191" providerId="AD" clId="Web-{8D4C7FAB-17AC-C88A-36D3-10E196B34976}" dt="2026-10-13T19:04:46.531" v="770" actId="20577"/>
        <pc:sldMkLst>
          <pc:docMk/>
          <pc:sldMk cId="0" sldId="261"/>
        </pc:sldMkLst>
        <pc:spChg chg="add del">
          <ac:chgData name="Filippo Bellon" userId="S::filippo.bellon@studenti.unipd.it::a1a32256-d52c-4daf-b379-79fd61843191" providerId="AD" clId="Web-{8D4C7FAB-17AC-C88A-36D3-10E196B34976}" dt="2026-10-13T17:28:05.127" v="655"/>
          <ac:spMkLst>
            <pc:docMk/>
            <pc:sldMk cId="0" sldId="261"/>
            <ac:spMk id="2" creationId="{556CF031-3E2B-4E79-4946-01DFF2B4097E}"/>
          </ac:spMkLst>
        </pc:spChg>
        <pc:spChg chg="add del">
          <ac:chgData name="Filippo Bellon" userId="S::filippo.bellon@studenti.unipd.it::a1a32256-d52c-4daf-b379-79fd61843191" providerId="AD" clId="Web-{8D4C7FAB-17AC-C88A-36D3-10E196B34976}" dt="2026-10-13T17:28:34.617" v="660"/>
          <ac:spMkLst>
            <pc:docMk/>
            <pc:sldMk cId="0" sldId="261"/>
            <ac:spMk id="3" creationId="{CD849D1C-EF4E-CBD6-A8CF-5871D7AA413E}"/>
          </ac:spMkLst>
        </pc:spChg>
        <pc:spChg chg="add mod">
          <ac:chgData name="Filippo Bellon" userId="S::filippo.bellon@studenti.unipd.it::a1a32256-d52c-4daf-b379-79fd61843191" providerId="AD" clId="Web-{8D4C7FAB-17AC-C88A-36D3-10E196B34976}" dt="2026-10-13T19:01:56.953" v="744" actId="1076"/>
          <ac:spMkLst>
            <pc:docMk/>
            <pc:sldMk cId="0" sldId="261"/>
            <ac:spMk id="4" creationId="{4F0E64AA-EAD2-BA07-0682-38706263EE4F}"/>
          </ac:spMkLst>
        </pc:spChg>
        <pc:spChg chg="add mod">
          <ac:chgData name="Filippo Bellon" userId="S::filippo.bellon@studenti.unipd.it::a1a32256-d52c-4daf-b379-79fd61843191" providerId="AD" clId="Web-{8D4C7FAB-17AC-C88A-36D3-10E196B34976}" dt="2026-10-13T17:29:01.936" v="666" actId="1076"/>
          <ac:spMkLst>
            <pc:docMk/>
            <pc:sldMk cId="0" sldId="261"/>
            <ac:spMk id="5" creationId="{81437009-7B58-EF1A-61A2-83C6BDEB7A68}"/>
          </ac:spMkLst>
        </pc:spChg>
        <pc:spChg chg="add mod">
          <ac:chgData name="Filippo Bellon" userId="S::filippo.bellon@studenti.unipd.it::a1a32256-d52c-4daf-b379-79fd61843191" providerId="AD" clId="Web-{8D4C7FAB-17AC-C88A-36D3-10E196B34976}" dt="2026-10-13T19:04:46.531" v="770" actId="20577"/>
          <ac:spMkLst>
            <pc:docMk/>
            <pc:sldMk cId="0" sldId="261"/>
            <ac:spMk id="6" creationId="{716BDCAF-7C1D-7BE5-5259-2FB126D5CBBF}"/>
          </ac:spMkLst>
        </pc:spChg>
        <pc:spChg chg="mod">
          <ac:chgData name="Filippo Bellon" userId="S::filippo.bellon@studenti.unipd.it::a1a32256-d52c-4daf-b379-79fd61843191" providerId="AD" clId="Web-{8D4C7FAB-17AC-C88A-36D3-10E196B34976}" dt="2026-10-13T17:27:48.452" v="653" actId="14100"/>
          <ac:spMkLst>
            <pc:docMk/>
            <pc:sldMk cId="0" sldId="261"/>
            <ac:spMk id="150" creationId="{00000000-0000-0000-0000-000000000000}"/>
          </ac:spMkLst>
        </pc:spChg>
        <pc:grpChg chg="mod">
          <ac:chgData name="Filippo Bellon" userId="S::filippo.bellon@studenti.unipd.it::a1a32256-d52c-4daf-b379-79fd61843191" providerId="AD" clId="Web-{8D4C7FAB-17AC-C88A-36D3-10E196B34976}" dt="2026-10-13T17:27:16.509" v="646" actId="1076"/>
          <ac:grpSpMkLst>
            <pc:docMk/>
            <pc:sldMk cId="0" sldId="261"/>
            <ac:grpSpMk id="10" creationId="{D65C96A1-6E6F-A92F-EFB7-1C40AD76AF52}"/>
          </ac:grpSpMkLst>
        </pc:grpChg>
        <pc:picChg chg="add mod">
          <ac:chgData name="Filippo Bellon" userId="S::filippo.bellon@studenti.unipd.it::a1a32256-d52c-4daf-b379-79fd61843191" providerId="AD" clId="Web-{8D4C7FAB-17AC-C88A-36D3-10E196B34976}" dt="2026-10-13T18:43:26.530" v="710" actId="1076"/>
          <ac:picMkLst>
            <pc:docMk/>
            <pc:sldMk cId="0" sldId="261"/>
            <ac:picMk id="2" creationId="{AAD2AC21-E0B7-878B-380A-681475BA2437}"/>
          </ac:picMkLst>
        </pc:picChg>
        <pc:picChg chg="add mod">
          <ac:chgData name="Filippo Bellon" userId="S::filippo.bellon@studenti.unipd.it::a1a32256-d52c-4daf-b379-79fd61843191" providerId="AD" clId="Web-{8D4C7FAB-17AC-C88A-36D3-10E196B34976}" dt="2026-10-13T19:02:27.141" v="747" actId="1076"/>
          <ac:picMkLst>
            <pc:docMk/>
            <pc:sldMk cId="0" sldId="261"/>
            <ac:picMk id="3" creationId="{975E8F67-44C4-AC1B-A475-E26CA54F86C7}"/>
          </ac:picMkLst>
        </pc:picChg>
      </pc:sldChg>
      <pc:sldChg chg="modNotes">
        <pc:chgData name="Filippo Bellon" userId="S::filippo.bellon@studenti.unipd.it::a1a32256-d52c-4daf-b379-79fd61843191" providerId="AD" clId="Web-{8D4C7FAB-17AC-C88A-36D3-10E196B34976}" dt="2026-10-13T17:25:31.741" v="625"/>
        <pc:sldMkLst>
          <pc:docMk/>
          <pc:sldMk cId="729301992" sldId="267"/>
        </pc:sldMkLst>
      </pc:sldChg>
      <pc:sldChg chg="addSp delSp modSp">
        <pc:chgData name="Filippo Bellon" userId="S::filippo.bellon@studenti.unipd.it::a1a32256-d52c-4daf-b379-79fd61843191" providerId="AD" clId="Web-{8D4C7FAB-17AC-C88A-36D3-10E196B34976}" dt="2026-10-13T16:58:05.437" v="3"/>
        <pc:sldMkLst>
          <pc:docMk/>
          <pc:sldMk cId="1093685365" sldId="268"/>
        </pc:sldMkLst>
        <pc:spChg chg="add del mod">
          <ac:chgData name="Filippo Bellon" userId="S::filippo.bellon@studenti.unipd.it::a1a32256-d52c-4daf-b379-79fd61843191" providerId="AD" clId="Web-{8D4C7FAB-17AC-C88A-36D3-10E196B34976}" dt="2026-10-13T16:58:05.437" v="3"/>
          <ac:spMkLst>
            <pc:docMk/>
            <pc:sldMk cId="1093685365" sldId="268"/>
            <ac:spMk id="2" creationId="{7579E355-B964-0ADF-EB58-A3591845DD5C}"/>
          </ac:spMkLst>
        </pc:spChg>
      </pc:sldChg>
      <pc:sldChg chg="modNotes">
        <pc:chgData name="Filippo Bellon" userId="S::filippo.bellon@studenti.unipd.it::a1a32256-d52c-4daf-b379-79fd61843191" providerId="AD" clId="Web-{8D4C7FAB-17AC-C88A-36D3-10E196B34976}" dt="2026-10-13T17:31:08.596" v="705"/>
        <pc:sldMkLst>
          <pc:docMk/>
          <pc:sldMk cId="3328477660" sldId="270"/>
        </pc:sldMkLst>
      </pc:sldChg>
      <pc:sldChg chg="mod modShow">
        <pc:chgData name="Filippo Bellon" userId="S::filippo.bellon@studenti.unipd.it::a1a32256-d52c-4daf-b379-79fd61843191" providerId="AD" clId="Web-{8D4C7FAB-17AC-C88A-36D3-10E196B34976}" dt="2026-10-13T18:50:41.468" v="716"/>
        <pc:sldMkLst>
          <pc:docMk/>
          <pc:sldMk cId="443320083" sldId="272"/>
        </pc:sldMkLst>
      </pc:sldChg>
      <pc:sldChg chg="addSp modSp add replId modNotes">
        <pc:chgData name="Filippo Bellon" userId="S::filippo.bellon@studenti.unipd.it::a1a32256-d52c-4daf-b379-79fd61843191" providerId="AD" clId="Web-{8D4C7FAB-17AC-C88A-36D3-10E196B34976}" dt="2026-10-13T18:37:19.514" v="706" actId="20577"/>
        <pc:sldMkLst>
          <pc:docMk/>
          <pc:sldMk cId="1845310323" sldId="276"/>
        </pc:sldMkLst>
        <pc:spChg chg="add">
          <ac:chgData name="Filippo Bellon" userId="S::filippo.bellon@studenti.unipd.it::a1a32256-d52c-4daf-b379-79fd61843191" providerId="AD" clId="Web-{8D4C7FAB-17AC-C88A-36D3-10E196B34976}" dt="2026-10-13T17:29:11.625" v="667"/>
          <ac:spMkLst>
            <pc:docMk/>
            <pc:sldMk cId="1845310323" sldId="276"/>
            <ac:spMk id="3" creationId="{3BF8E2B6-EB89-B157-42A0-932C566B2238}"/>
          </ac:spMkLst>
        </pc:spChg>
        <pc:spChg chg="mod">
          <ac:chgData name="Filippo Bellon" userId="S::filippo.bellon@studenti.unipd.it::a1a32256-d52c-4daf-b379-79fd61843191" providerId="AD" clId="Web-{8D4C7FAB-17AC-C88A-36D3-10E196B34976}" dt="2026-10-13T18:37:19.514" v="706" actId="20577"/>
          <ac:spMkLst>
            <pc:docMk/>
            <pc:sldMk cId="1845310323" sldId="276"/>
            <ac:spMk id="21" creationId="{CAD02A76-4458-5560-FB06-670352E53D13}"/>
          </ac:spMkLst>
        </pc:spChg>
        <pc:spChg chg="mod">
          <ac:chgData name="Filippo Bellon" userId="S::filippo.bellon@studenti.unipd.it::a1a32256-d52c-4daf-b379-79fd61843191" providerId="AD" clId="Web-{8D4C7FAB-17AC-C88A-36D3-10E196B34976}" dt="2026-10-13T17:28:23.395" v="657" actId="20577"/>
          <ac:spMkLst>
            <pc:docMk/>
            <pc:sldMk cId="1845310323" sldId="276"/>
            <ac:spMk id="150" creationId="{69046892-0C8D-6DA3-4F5F-80F223DC0B52}"/>
          </ac:spMkLst>
        </pc:spChg>
      </pc:sldChg>
      <pc:sldChg chg="addSp modSp add replId modNotes">
        <pc:chgData name="Filippo Bellon" userId="S::filippo.bellon@studenti.unipd.it::a1a32256-d52c-4daf-b379-79fd61843191" providerId="AD" clId="Web-{8D4C7FAB-17AC-C88A-36D3-10E196B34976}" dt="2026-10-13T17:29:12.891" v="668"/>
        <pc:sldMkLst>
          <pc:docMk/>
          <pc:sldMk cId="4024964821" sldId="277"/>
        </pc:sldMkLst>
        <pc:spChg chg="add">
          <ac:chgData name="Filippo Bellon" userId="S::filippo.bellon@studenti.unipd.it::a1a32256-d52c-4daf-b379-79fd61843191" providerId="AD" clId="Web-{8D4C7FAB-17AC-C88A-36D3-10E196B34976}" dt="2026-10-13T17:29:12.891" v="668"/>
          <ac:spMkLst>
            <pc:docMk/>
            <pc:sldMk cId="4024964821" sldId="277"/>
            <ac:spMk id="3" creationId="{D9E9C7EA-B624-CB96-AA5A-0ADDA9E7FA69}"/>
          </ac:spMkLst>
        </pc:spChg>
        <pc:spChg chg="mod">
          <ac:chgData name="Filippo Bellon" userId="S::filippo.bellon@studenti.unipd.it::a1a32256-d52c-4daf-b379-79fd61843191" providerId="AD" clId="Web-{8D4C7FAB-17AC-C88A-36D3-10E196B34976}" dt="2026-10-13T17:28:26.005" v="658" actId="20577"/>
          <ac:spMkLst>
            <pc:docMk/>
            <pc:sldMk cId="4024964821" sldId="277"/>
            <ac:spMk id="150" creationId="{524B0B89-EE36-C05E-278B-A54948A2A403}"/>
          </ac:spMkLst>
        </pc:spChg>
      </pc:sldChg>
    </pc:docChg>
  </pc:docChgLst>
  <pc:docChgLst>
    <pc:chgData name="Alessandro Vulcu" userId="S::alessandro.vulcu@studenti.unipd.it::5994032a-4236-4402-8dd4-c847d7b5cf6a" providerId="AD" clId="Web-{CC4F64B6-F3F8-3490-E381-9691030DE253}"/>
    <pc:docChg chg="addSld delSld modSld">
      <pc:chgData name="Alessandro Vulcu" userId="S::alessandro.vulcu@studenti.unipd.it::5994032a-4236-4402-8dd4-c847d7b5cf6a" providerId="AD" clId="Web-{CC4F64B6-F3F8-3490-E381-9691030DE253}" dt="2026-10-13T18:43:21.312" v="173"/>
      <pc:docMkLst>
        <pc:docMk/>
      </pc:docMkLst>
      <pc:sldChg chg="modNotes">
        <pc:chgData name="Alessandro Vulcu" userId="S::alessandro.vulcu@studenti.unipd.it::5994032a-4236-4402-8dd4-c847d7b5cf6a" providerId="AD" clId="Web-{CC4F64B6-F3F8-3490-E381-9691030DE253}" dt="2026-10-13T18:43:21.312" v="173"/>
        <pc:sldMkLst>
          <pc:docMk/>
          <pc:sldMk cId="0" sldId="257"/>
        </pc:sldMkLst>
      </pc:sldChg>
      <pc:sldChg chg="addSp delSp modSp">
        <pc:chgData name="Alessandro Vulcu" userId="S::alessandro.vulcu@studenti.unipd.it::5994032a-4236-4402-8dd4-c847d7b5cf6a" providerId="AD" clId="Web-{CC4F64B6-F3F8-3490-E381-9691030DE253}" dt="2026-10-13T18:17:08.638" v="38"/>
        <pc:sldMkLst>
          <pc:docMk/>
          <pc:sldMk cId="0" sldId="261"/>
        </pc:sldMkLst>
        <pc:spChg chg="add del mod">
          <ac:chgData name="Alessandro Vulcu" userId="S::alessandro.vulcu@studenti.unipd.it::5994032a-4236-4402-8dd4-c847d7b5cf6a" providerId="AD" clId="Web-{CC4F64B6-F3F8-3490-E381-9691030DE253}" dt="2026-10-13T18:14:04.433" v="3"/>
          <ac:spMkLst>
            <pc:docMk/>
            <pc:sldMk cId="0" sldId="261"/>
            <ac:spMk id="2" creationId="{A412B23E-9FFE-A7DA-4629-1E518B43F599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17:08.638" v="38"/>
          <ac:spMkLst>
            <pc:docMk/>
            <pc:sldMk cId="0" sldId="261"/>
            <ac:spMk id="3" creationId="{1024D0B2-EFBA-4C50-D8B2-41F941B0583F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17:08.638" v="37"/>
          <ac:spMkLst>
            <pc:docMk/>
            <pc:sldMk cId="0" sldId="261"/>
            <ac:spMk id="4" creationId="{2DD0E76D-E4BF-2C21-3C81-5620A919C984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17:08.638" v="36"/>
          <ac:spMkLst>
            <pc:docMk/>
            <pc:sldMk cId="0" sldId="261"/>
            <ac:spMk id="6" creationId="{B2BF387F-0942-5C31-C124-E140C0C31705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17:08.638" v="35"/>
          <ac:spMkLst>
            <pc:docMk/>
            <pc:sldMk cId="0" sldId="261"/>
            <ac:spMk id="7" creationId="{059C9F8E-732A-7F67-876E-604C612E8E51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17:06.700" v="34" actId="1076"/>
          <ac:spMkLst>
            <pc:docMk/>
            <pc:sldMk cId="0" sldId="261"/>
            <ac:spMk id="150" creationId="{00000000-0000-0000-0000-000000000000}"/>
          </ac:spMkLst>
        </pc:spChg>
      </pc:sldChg>
      <pc:sldChg chg="addSp modSp">
        <pc:chgData name="Alessandro Vulcu" userId="S::alessandro.vulcu@studenti.unipd.it::5994032a-4236-4402-8dd4-c847d7b5cf6a" providerId="AD" clId="Web-{CC4F64B6-F3F8-3490-E381-9691030DE253}" dt="2026-10-13T18:30:16.399" v="100"/>
        <pc:sldMkLst>
          <pc:docMk/>
          <pc:sldMk cId="729301992" sldId="267"/>
        </pc:sldMkLst>
        <pc:spChg chg="add mod">
          <ac:chgData name="Alessandro Vulcu" userId="S::alessandro.vulcu@studenti.unipd.it::5994032a-4236-4402-8dd4-c847d7b5cf6a" providerId="AD" clId="Web-{CC4F64B6-F3F8-3490-E381-9691030DE253}" dt="2026-10-13T18:30:16.368" v="97"/>
          <ac:spMkLst>
            <pc:docMk/>
            <pc:sldMk cId="729301992" sldId="267"/>
            <ac:spMk id="3" creationId="{F4BC8C4D-580D-6D50-E4D1-63AABF3E33F2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30:16.368" v="98"/>
          <ac:spMkLst>
            <pc:docMk/>
            <pc:sldMk cId="729301992" sldId="267"/>
            <ac:spMk id="5" creationId="{676BD69E-711B-A73F-12F2-084F22AC37C8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30:16.368" v="99"/>
          <ac:spMkLst>
            <pc:docMk/>
            <pc:sldMk cId="729301992" sldId="267"/>
            <ac:spMk id="7" creationId="{8964BC2D-C35D-02D2-01AA-AC1D0C4D2EBC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30:16.399" v="100"/>
          <ac:spMkLst>
            <pc:docMk/>
            <pc:sldMk cId="729301992" sldId="267"/>
            <ac:spMk id="16" creationId="{61D1CF04-626A-0D5A-8AB0-8CE4FBA8C5FC}"/>
          </ac:spMkLst>
        </pc:spChg>
      </pc:sldChg>
      <pc:sldChg chg="addSp delSp modSp">
        <pc:chgData name="Alessandro Vulcu" userId="S::alessandro.vulcu@studenti.unipd.it::5994032a-4236-4402-8dd4-c847d7b5cf6a" providerId="AD" clId="Web-{CC4F64B6-F3F8-3490-E381-9691030DE253}" dt="2026-10-13T18:35:55.917" v="140"/>
        <pc:sldMkLst>
          <pc:docMk/>
          <pc:sldMk cId="3328477660" sldId="270"/>
        </pc:sldMkLst>
        <pc:spChg chg="add mod">
          <ac:chgData name="Alessandro Vulcu" userId="S::alessandro.vulcu@studenti.unipd.it::5994032a-4236-4402-8dd4-c847d7b5cf6a" providerId="AD" clId="Web-{CC4F64B6-F3F8-3490-E381-9691030DE253}" dt="2026-10-13T18:35:55.902" v="138"/>
          <ac:spMkLst>
            <pc:docMk/>
            <pc:sldMk cId="3328477660" sldId="270"/>
            <ac:spMk id="3" creationId="{22898EE2-F528-3DC4-8F57-EA5BD71B0C23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35:55.902" v="139"/>
          <ac:spMkLst>
            <pc:docMk/>
            <pc:sldMk cId="3328477660" sldId="270"/>
            <ac:spMk id="5" creationId="{7A6E971C-5F5E-1A0A-1E69-55E1BB836AB3}"/>
          </ac:spMkLst>
        </pc:spChg>
        <pc:spChg chg="add del">
          <ac:chgData name="Alessandro Vulcu" userId="S::alessandro.vulcu@studenti.unipd.it::5994032a-4236-4402-8dd4-c847d7b5cf6a" providerId="AD" clId="Web-{CC4F64B6-F3F8-3490-E381-9691030DE253}" dt="2026-10-13T18:30:49.321" v="108"/>
          <ac:spMkLst>
            <pc:docMk/>
            <pc:sldMk cId="3328477660" sldId="270"/>
            <ac:spMk id="7" creationId="{B6343C1C-EE73-2518-7F0A-8F14B68A4EDB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35:55.917" v="140"/>
          <ac:spMkLst>
            <pc:docMk/>
            <pc:sldMk cId="3328477660" sldId="270"/>
            <ac:spMk id="16" creationId="{2FD77DD7-A113-3DA5-A394-348FDBCD90E5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35:51.417" v="137" actId="1076"/>
          <ac:spMkLst>
            <pc:docMk/>
            <pc:sldMk cId="3328477660" sldId="270"/>
            <ac:spMk id="150" creationId="{82FBC77F-9D2B-51E1-0820-297E5502CA0E}"/>
          </ac:spMkLst>
        </pc:spChg>
      </pc:sldChg>
      <pc:sldChg chg="addSp modSp modNotes">
        <pc:chgData name="Alessandro Vulcu" userId="S::alessandro.vulcu@studenti.unipd.it::5994032a-4236-4402-8dd4-c847d7b5cf6a" providerId="AD" clId="Web-{CC4F64B6-F3F8-3490-E381-9691030DE253}" dt="2026-10-13T18:35:13.558" v="135"/>
        <pc:sldMkLst>
          <pc:docMk/>
          <pc:sldMk cId="443320083" sldId="272"/>
        </pc:sldMkLst>
        <pc:spChg chg="add mod">
          <ac:chgData name="Alessandro Vulcu" userId="S::alessandro.vulcu@studenti.unipd.it::5994032a-4236-4402-8dd4-c847d7b5cf6a" providerId="AD" clId="Web-{CC4F64B6-F3F8-3490-E381-9691030DE253}" dt="2026-10-13T18:35:13.558" v="135"/>
          <ac:spMkLst>
            <pc:docMk/>
            <pc:sldMk cId="443320083" sldId="272"/>
            <ac:spMk id="2" creationId="{6247866D-A801-93BF-4A58-5058CE4EA509}"/>
          </ac:spMkLst>
        </pc:spChg>
      </pc:sldChg>
      <pc:sldChg chg="addSp delSp modSp del">
        <pc:chgData name="Alessandro Vulcu" userId="S::alessandro.vulcu@studenti.unipd.it::5994032a-4236-4402-8dd4-c847d7b5cf6a" providerId="AD" clId="Web-{CC4F64B6-F3F8-3490-E381-9691030DE253}" dt="2026-10-13T18:39:55.685" v="141"/>
        <pc:sldMkLst>
          <pc:docMk/>
          <pc:sldMk cId="1845310323" sldId="276"/>
        </pc:sldMkLst>
        <pc:spChg chg="add del mod">
          <ac:chgData name="Alessandro Vulcu" userId="S::alessandro.vulcu@studenti.unipd.it::5994032a-4236-4402-8dd4-c847d7b5cf6a" providerId="AD" clId="Web-{CC4F64B6-F3F8-3490-E381-9691030DE253}" dt="2026-10-13T18:25:27.579" v="64"/>
          <ac:spMkLst>
            <pc:docMk/>
            <pc:sldMk cId="1845310323" sldId="276"/>
            <ac:spMk id="2" creationId="{1024D0B2-EFBA-4C50-D8B2-41F941B0583F}"/>
          </ac:spMkLst>
        </pc:spChg>
        <pc:spChg chg="add del">
          <ac:chgData name="Alessandro Vulcu" userId="S::alessandro.vulcu@studenti.unipd.it::5994032a-4236-4402-8dd4-c847d7b5cf6a" providerId="AD" clId="Web-{CC4F64B6-F3F8-3490-E381-9691030DE253}" dt="2026-10-13T18:25:27.579" v="63"/>
          <ac:spMkLst>
            <pc:docMk/>
            <pc:sldMk cId="1845310323" sldId="276"/>
            <ac:spMk id="4" creationId="{2DD0E76D-E4BF-2C21-3C81-5620A919C984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25:27.579" v="62"/>
          <ac:spMkLst>
            <pc:docMk/>
            <pc:sldMk cId="1845310323" sldId="276"/>
            <ac:spMk id="5" creationId="{B2BF387F-0942-5C31-C124-E140C0C31705}"/>
          </ac:spMkLst>
        </pc:spChg>
        <pc:spChg chg="add del mod">
          <ac:chgData name="Alessandro Vulcu" userId="S::alessandro.vulcu@studenti.unipd.it::5994032a-4236-4402-8dd4-c847d7b5cf6a" providerId="AD" clId="Web-{CC4F64B6-F3F8-3490-E381-9691030DE253}" dt="2026-10-13T18:25:27.579" v="61"/>
          <ac:spMkLst>
            <pc:docMk/>
            <pc:sldMk cId="1845310323" sldId="276"/>
            <ac:spMk id="6" creationId="{059C9F8E-732A-7F67-876E-604C612E8E51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29:16.492" v="80"/>
          <ac:spMkLst>
            <pc:docMk/>
            <pc:sldMk cId="1845310323" sldId="276"/>
            <ac:spMk id="8" creationId="{CD984A24-0AAE-948A-D3EF-17B6393DAA38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29:16.492" v="81"/>
          <ac:spMkLst>
            <pc:docMk/>
            <pc:sldMk cId="1845310323" sldId="276"/>
            <ac:spMk id="11" creationId="{3A4B13FC-2B44-B9CF-C333-E3495C1DBBD0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29:16.492" v="82"/>
          <ac:spMkLst>
            <pc:docMk/>
            <pc:sldMk cId="1845310323" sldId="276"/>
            <ac:spMk id="19" creationId="{91E26E99-9D3D-D2B9-80FD-840EF945089F}"/>
          </ac:spMkLst>
        </pc:spChg>
        <pc:spChg chg="add mod">
          <ac:chgData name="Alessandro Vulcu" userId="S::alessandro.vulcu@studenti.unipd.it::5994032a-4236-4402-8dd4-c847d7b5cf6a" providerId="AD" clId="Web-{CC4F64B6-F3F8-3490-E381-9691030DE253}" dt="2026-10-13T18:29:16.523" v="83"/>
          <ac:spMkLst>
            <pc:docMk/>
            <pc:sldMk cId="1845310323" sldId="276"/>
            <ac:spMk id="21" creationId="{CAD02A76-4458-5560-FB06-670352E53D13}"/>
          </ac:spMkLst>
        </pc:spChg>
      </pc:sldChg>
      <pc:sldChg chg="addSp modSp">
        <pc:chgData name="Alessandro Vulcu" userId="S::alessandro.vulcu@studenti.unipd.it::5994032a-4236-4402-8dd4-c847d7b5cf6a" providerId="AD" clId="Web-{CC4F64B6-F3F8-3490-E381-9691030DE253}" dt="2026-10-13T18:29:39.539" v="85" actId="1076"/>
        <pc:sldMkLst>
          <pc:docMk/>
          <pc:sldMk cId="4024964821" sldId="277"/>
        </pc:sldMkLst>
        <pc:spChg chg="add">
          <ac:chgData name="Alessandro Vulcu" userId="S::alessandro.vulcu@studenti.unipd.it::5994032a-4236-4402-8dd4-c847d7b5cf6a" providerId="AD" clId="Web-{CC4F64B6-F3F8-3490-E381-9691030DE253}" dt="2026-10-13T18:25:29.486" v="65"/>
          <ac:spMkLst>
            <pc:docMk/>
            <pc:sldMk cId="4024964821" sldId="277"/>
            <ac:spMk id="2" creationId="{1024D0B2-EFBA-4C50-D8B2-41F941B0583F}"/>
          </ac:spMkLst>
        </pc:spChg>
        <pc:spChg chg="add">
          <ac:chgData name="Alessandro Vulcu" userId="S::alessandro.vulcu@studenti.unipd.it::5994032a-4236-4402-8dd4-c847d7b5cf6a" providerId="AD" clId="Web-{CC4F64B6-F3F8-3490-E381-9691030DE253}" dt="2026-10-13T18:25:29.486" v="65"/>
          <ac:spMkLst>
            <pc:docMk/>
            <pc:sldMk cId="4024964821" sldId="277"/>
            <ac:spMk id="4" creationId="{2DD0E76D-E4BF-2C21-3C81-5620A919C984}"/>
          </ac:spMkLst>
        </pc:spChg>
        <pc:spChg chg="add">
          <ac:chgData name="Alessandro Vulcu" userId="S::alessandro.vulcu@studenti.unipd.it::5994032a-4236-4402-8dd4-c847d7b5cf6a" providerId="AD" clId="Web-{CC4F64B6-F3F8-3490-E381-9691030DE253}" dt="2026-10-13T18:25:29.486" v="65"/>
          <ac:spMkLst>
            <pc:docMk/>
            <pc:sldMk cId="4024964821" sldId="277"/>
            <ac:spMk id="5" creationId="{B2BF387F-0942-5C31-C124-E140C0C31705}"/>
          </ac:spMkLst>
        </pc:spChg>
        <pc:spChg chg="add">
          <ac:chgData name="Alessandro Vulcu" userId="S::alessandro.vulcu@studenti.unipd.it::5994032a-4236-4402-8dd4-c847d7b5cf6a" providerId="AD" clId="Web-{CC4F64B6-F3F8-3490-E381-9691030DE253}" dt="2026-10-13T18:25:29.486" v="65"/>
          <ac:spMkLst>
            <pc:docMk/>
            <pc:sldMk cId="4024964821" sldId="277"/>
            <ac:spMk id="6" creationId="{059C9F8E-732A-7F67-876E-604C612E8E51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29:39.539" v="85" actId="1076"/>
          <ac:spMkLst>
            <pc:docMk/>
            <pc:sldMk cId="4024964821" sldId="277"/>
            <ac:spMk id="150" creationId="{524B0B89-EE36-C05E-278B-A54948A2A403}"/>
          </ac:spMkLst>
        </pc:spChg>
      </pc:sldChg>
      <pc:sldChg chg="modSp add">
        <pc:chgData name="Alessandro Vulcu" userId="S::alessandro.vulcu@studenti.unipd.it::5994032a-4236-4402-8dd4-c847d7b5cf6a" providerId="AD" clId="Web-{CC4F64B6-F3F8-3490-E381-9691030DE253}" dt="2026-10-13T18:19:17.826" v="60" actId="14100"/>
        <pc:sldMkLst>
          <pc:docMk/>
          <pc:sldMk cId="4019441846" sldId="278"/>
        </pc:sldMkLst>
        <pc:spChg chg="mod">
          <ac:chgData name="Alessandro Vulcu" userId="S::alessandro.vulcu@studenti.unipd.it::5994032a-4236-4402-8dd4-c847d7b5cf6a" providerId="AD" clId="Web-{CC4F64B6-F3F8-3490-E381-9691030DE253}" dt="2026-10-13T18:18:41.201" v="50" actId="20577"/>
          <ac:spMkLst>
            <pc:docMk/>
            <pc:sldMk cId="4019441846" sldId="278"/>
            <ac:spMk id="2" creationId="{1024D0B2-EFBA-4C50-D8B2-41F941B0583F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19:11.529" v="57"/>
          <ac:spMkLst>
            <pc:docMk/>
            <pc:sldMk cId="4019441846" sldId="278"/>
            <ac:spMk id="4" creationId="{2DD0E76D-E4BF-2C21-3C81-5620A919C984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19:11.529" v="58"/>
          <ac:spMkLst>
            <pc:docMk/>
            <pc:sldMk cId="4019441846" sldId="278"/>
            <ac:spMk id="5" creationId="{B2BF387F-0942-5C31-C124-E140C0C31705}"/>
          </ac:spMkLst>
        </pc:spChg>
        <pc:spChg chg="mod">
          <ac:chgData name="Alessandro Vulcu" userId="S::alessandro.vulcu@studenti.unipd.it::5994032a-4236-4402-8dd4-c847d7b5cf6a" providerId="AD" clId="Web-{CC4F64B6-F3F8-3490-E381-9691030DE253}" dt="2026-10-13T18:19:17.826" v="60" actId="14100"/>
          <ac:spMkLst>
            <pc:docMk/>
            <pc:sldMk cId="4019441846" sldId="278"/>
            <ac:spMk id="6" creationId="{059C9F8E-732A-7F67-876E-604C612E8E51}"/>
          </ac:spMkLst>
        </pc:spChg>
      </pc:sldChg>
    </pc:docChg>
  </pc:docChgLst>
  <pc:docChgLst>
    <pc:chgData name="Filippo Bellon" userId="S::filippo.bellon@studenti.unipd.it::a1a32256-d52c-4daf-b379-79fd61843191" providerId="AD" clId="Web-{00000000-0000-0000-0000-000000000000}"/>
    <pc:docChg chg="addSld delSld modSld">
      <pc:chgData name="Filippo Bellon" userId="S::filippo.bellon@studenti.unipd.it::a1a32256-d52c-4daf-b379-79fd61843191" providerId="AD" clId="Web-{00000000-0000-0000-0000-000000000000}" dt="2026-10-13T22:36:18.934" v="1920"/>
      <pc:docMkLst>
        <pc:docMk/>
      </pc:docMkLst>
      <pc:sldChg chg="addSp delSp modSp modNotes">
        <pc:chgData name="Filippo Bellon" userId="S::filippo.bellon@studenti.unipd.it::a1a32256-d52c-4daf-b379-79fd61843191" providerId="AD" clId="Web-{00000000-0000-0000-0000-000000000000}" dt="2026-10-13T22:24:46.205" v="1403" actId="20577"/>
        <pc:sldMkLst>
          <pc:docMk/>
          <pc:sldMk cId="3100560328" sldId="273"/>
        </pc:sldMkLst>
        <pc:spChg chg="mod">
          <ac:chgData name="Filippo Bellon" userId="S::filippo.bellon@studenti.unipd.it::a1a32256-d52c-4daf-b379-79fd61843191" providerId="AD" clId="Web-{00000000-0000-0000-0000-000000000000}" dt="2026-10-13T21:50:23.909" v="223" actId="1076"/>
          <ac:spMkLst>
            <pc:docMk/>
            <pc:sldMk cId="3100560328" sldId="273"/>
            <ac:spMk id="2" creationId="{7FFCADD8-D6DF-4131-9C2A-FD8B05AF5A4A}"/>
          </ac:spMkLst>
        </pc:spChg>
        <pc:spChg chg="del mod">
          <ac:chgData name="Filippo Bellon" userId="S::filippo.bellon@studenti.unipd.it::a1a32256-d52c-4daf-b379-79fd61843191" providerId="AD" clId="Web-{00000000-0000-0000-0000-000000000000}" dt="2026-10-13T22:01:25.851" v="393"/>
          <ac:spMkLst>
            <pc:docMk/>
            <pc:sldMk cId="3100560328" sldId="273"/>
            <ac:spMk id="3" creationId="{38877965-4313-47FC-4A2E-FDBB547C4925}"/>
          </ac:spMkLst>
        </pc:spChg>
        <pc:spChg chg="add del">
          <ac:chgData name="Filippo Bellon" userId="S::filippo.bellon@studenti.unipd.it::a1a32256-d52c-4daf-b379-79fd61843191" providerId="AD" clId="Web-{00000000-0000-0000-0000-000000000000}" dt="2026-10-13T21:15:03.340" v="52"/>
          <ac:spMkLst>
            <pc:docMk/>
            <pc:sldMk cId="3100560328" sldId="273"/>
            <ac:spMk id="5" creationId="{34BBCAFA-3E73-22F2-45C8-D21AA9F06F3A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24:46.205" v="1403" actId="20577"/>
          <ac:spMkLst>
            <pc:docMk/>
            <pc:sldMk cId="3100560328" sldId="273"/>
            <ac:spMk id="6" creationId="{D1DAF0D5-A4B4-4D53-A36F-892108F22F26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1:50:45.347" v="228" actId="1076"/>
          <ac:spMkLst>
            <pc:docMk/>
            <pc:sldMk cId="3100560328" sldId="273"/>
            <ac:spMk id="7" creationId="{68F0E617-31F3-F630-33B0-46BE26DB6C3B}"/>
          </ac:spMkLst>
        </pc:spChg>
        <pc:spChg chg="add del">
          <ac:chgData name="Filippo Bellon" userId="S::filippo.bellon@studenti.unipd.it::a1a32256-d52c-4daf-b379-79fd61843191" providerId="AD" clId="Web-{00000000-0000-0000-0000-000000000000}" dt="2026-10-13T21:20:31.022" v="122"/>
          <ac:spMkLst>
            <pc:docMk/>
            <pc:sldMk cId="3100560328" sldId="273"/>
            <ac:spMk id="17" creationId="{3044E6C2-EAC2-1CC9-A2DC-A41C32A4550B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01:31.227" v="396" actId="20577"/>
          <ac:spMkLst>
            <pc:docMk/>
            <pc:sldMk cId="3100560328" sldId="273"/>
            <ac:spMk id="20" creationId="{7C79754A-B7D9-2DDE-060C-75A5B34F142E}"/>
          </ac:spMkLst>
        </pc:spChg>
        <pc:picChg chg="del mod">
          <ac:chgData name="Filippo Bellon" userId="S::filippo.bellon@studenti.unipd.it::a1a32256-d52c-4daf-b379-79fd61843191" providerId="AD" clId="Web-{00000000-0000-0000-0000-000000000000}" dt="2026-10-13T21:49:35.970" v="208"/>
          <ac:picMkLst>
            <pc:docMk/>
            <pc:sldMk cId="3100560328" sldId="273"/>
            <ac:picMk id="4" creationId="{8EB5437C-3AD5-A14A-14D8-5F743F5F29C8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11:36.931" v="491"/>
          <ac:picMkLst>
            <pc:docMk/>
            <pc:sldMk cId="3100560328" sldId="273"/>
            <ac:picMk id="15" creationId="{79E4D33A-B398-EA4F-7BEF-12D8C21EB4E5}"/>
          </ac:picMkLst>
        </pc:picChg>
        <pc:picChg chg="add mod">
          <ac:chgData name="Filippo Bellon" userId="S::filippo.bellon@studenti.unipd.it::a1a32256-d52c-4daf-b379-79fd61843191" providerId="AD" clId="Web-{00000000-0000-0000-0000-000000000000}" dt="2026-10-13T21:50:42.800" v="227" actId="1076"/>
          <ac:picMkLst>
            <pc:docMk/>
            <pc:sldMk cId="3100560328" sldId="273"/>
            <ac:picMk id="18" creationId="{8FEBDAE1-7AE4-C04C-23EE-F9D9C87793CD}"/>
          </ac:picMkLst>
        </pc:picChg>
        <pc:picChg chg="add mod">
          <ac:chgData name="Filippo Bellon" userId="S::filippo.bellon@studenti.unipd.it::a1a32256-d52c-4daf-b379-79fd61843191" providerId="AD" clId="Web-{00000000-0000-0000-0000-000000000000}" dt="2026-10-13T22:13:09.133" v="499" actId="14100"/>
          <ac:picMkLst>
            <pc:docMk/>
            <pc:sldMk cId="3100560328" sldId="273"/>
            <ac:picMk id="29" creationId="{EE2FFFCC-D0C8-2AF4-29FD-C105E089C954}"/>
          </ac:picMkLst>
        </pc:picChg>
        <pc:inkChg chg="add del">
          <ac:chgData name="Filippo Bellon" userId="S::filippo.bellon@studenti.unipd.it::a1a32256-d52c-4daf-b379-79fd61843191" providerId="AD" clId="Web-{00000000-0000-0000-0000-000000000000}" dt="2026-10-13T22:09:23.057" v="461"/>
          <ac:inkMkLst>
            <pc:docMk/>
            <pc:sldMk cId="3100560328" sldId="273"/>
            <ac:inkMk id="3" creationId="{563EDBF1-CEB4-3F8F-6A85-4093F0AFBFB5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09:36.229" v="465"/>
          <ac:inkMkLst>
            <pc:docMk/>
            <pc:sldMk cId="3100560328" sldId="273"/>
            <ac:inkMk id="4" creationId="{0B40CBDE-FD92-C6DE-9750-D34AB8BBE95D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02.588" v="471"/>
          <ac:inkMkLst>
            <pc:docMk/>
            <pc:sldMk cId="3100560328" sldId="273"/>
            <ac:inkMk id="5" creationId="{30B44A58-10F1-50F3-68D7-587BA8576BE9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1:20:07.896" v="120"/>
          <ac:inkMkLst>
            <pc:docMk/>
            <pc:sldMk cId="3100560328" sldId="273"/>
            <ac:inkMk id="16" creationId="{25794393-9406-8CB4-710B-26F5B99AF0E3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02.416" v="470"/>
          <ac:inkMkLst>
            <pc:docMk/>
            <pc:sldMk cId="3100560328" sldId="273"/>
            <ac:inkMk id="16" creationId="{25CA65E6-19B1-0318-6CFD-7D11BDE9C955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01.557" v="469"/>
          <ac:inkMkLst>
            <pc:docMk/>
            <pc:sldMk cId="3100560328" sldId="273"/>
            <ac:inkMk id="17" creationId="{A2748D97-BC09-922A-D841-46797749867B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07.182" v="473"/>
          <ac:inkMkLst>
            <pc:docMk/>
            <pc:sldMk cId="3100560328" sldId="273"/>
            <ac:inkMk id="19" creationId="{99237D64-517E-2E1B-0606-429522C4D0CC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19.322" v="475"/>
          <ac:inkMkLst>
            <pc:docMk/>
            <pc:sldMk cId="3100560328" sldId="273"/>
            <ac:inkMk id="20" creationId="{87104D5D-291B-0B52-0303-6E8349310F30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22.619" v="477"/>
          <ac:inkMkLst>
            <pc:docMk/>
            <pc:sldMk cId="3100560328" sldId="273"/>
            <ac:inkMk id="21" creationId="{BB30193B-0A92-2AA1-7087-6D48189F1F33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45.619" v="485"/>
          <ac:inkMkLst>
            <pc:docMk/>
            <pc:sldMk cId="3100560328" sldId="273"/>
            <ac:inkMk id="22" creationId="{C092EAB9-1F05-1472-0F32-6AE65BEEA815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38.025" v="480"/>
          <ac:inkMkLst>
            <pc:docMk/>
            <pc:sldMk cId="3100560328" sldId="273"/>
            <ac:inkMk id="23" creationId="{9CD5BCCF-6090-2B86-B8BE-4194ED507E9F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41.150" v="482"/>
          <ac:inkMkLst>
            <pc:docMk/>
            <pc:sldMk cId="3100560328" sldId="273"/>
            <ac:inkMk id="24" creationId="{D8B652BC-5B7A-8A49-5312-D575462A9489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10:45.088" v="484"/>
          <ac:inkMkLst>
            <pc:docMk/>
            <pc:sldMk cId="3100560328" sldId="273"/>
            <ac:inkMk id="25" creationId="{D5DDCB71-11ED-9EA6-36BB-20B0828EEFD6}"/>
          </ac:inkMkLst>
        </pc:inkChg>
        <pc:inkChg chg="add">
          <ac:chgData name="Filippo Bellon" userId="S::filippo.bellon@studenti.unipd.it::a1a32256-d52c-4daf-b379-79fd61843191" providerId="AD" clId="Web-{00000000-0000-0000-0000-000000000000}" dt="2026-10-13T22:10:47.541" v="486"/>
          <ac:inkMkLst>
            <pc:docMk/>
            <pc:sldMk cId="3100560328" sldId="273"/>
            <ac:inkMk id="26" creationId="{D976A20C-EAC4-1288-B813-213F068EE929}"/>
          </ac:inkMkLst>
        </pc:inkChg>
        <pc:inkChg chg="add mod">
          <ac:chgData name="Filippo Bellon" userId="S::filippo.bellon@studenti.unipd.it::a1a32256-d52c-4daf-b379-79fd61843191" providerId="AD" clId="Web-{00000000-0000-0000-0000-000000000000}" dt="2026-10-13T22:11:03.494" v="488" actId="1076"/>
          <ac:inkMkLst>
            <pc:docMk/>
            <pc:sldMk cId="3100560328" sldId="273"/>
            <ac:inkMk id="27" creationId="{B6442298-14F7-20C4-278D-71C1C114B7FB}"/>
          </ac:inkMkLst>
        </pc:inkChg>
        <pc:inkChg chg="add mod">
          <ac:chgData name="Filippo Bellon" userId="S::filippo.bellon@studenti.unipd.it::a1a32256-d52c-4daf-b379-79fd61843191" providerId="AD" clId="Web-{00000000-0000-0000-0000-000000000000}" dt="2026-10-13T22:11:10.369" v="490" actId="1076"/>
          <ac:inkMkLst>
            <pc:docMk/>
            <pc:sldMk cId="3100560328" sldId="273"/>
            <ac:inkMk id="28" creationId="{164CEB3F-7E16-5C66-690E-0E79BAD124B5}"/>
          </ac:inkMkLst>
        </pc:inkChg>
      </pc:sldChg>
      <pc:sldChg chg="addSp delSp modSp mod modShow">
        <pc:chgData name="Filippo Bellon" userId="S::filippo.bellon@studenti.unipd.it::a1a32256-d52c-4daf-b379-79fd61843191" providerId="AD" clId="Web-{00000000-0000-0000-0000-000000000000}" dt="2026-10-13T22:36:18.934" v="1920"/>
        <pc:sldMkLst>
          <pc:docMk/>
          <pc:sldMk cId="1985645298" sldId="274"/>
        </pc:sldMkLst>
        <pc:spChg chg="add mod">
          <ac:chgData name="Filippo Bellon" userId="S::filippo.bellon@studenti.unipd.it::a1a32256-d52c-4daf-b379-79fd61843191" providerId="AD" clId="Web-{00000000-0000-0000-0000-000000000000}" dt="2026-10-13T22:05:19.082" v="459" actId="20577"/>
          <ac:spMkLst>
            <pc:docMk/>
            <pc:sldMk cId="1985645298" sldId="274"/>
            <ac:spMk id="6" creationId="{3889C7C9-52F9-CE6F-9DE1-8457BD042AAC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34:55.560" v="1908" actId="1076"/>
          <ac:spMkLst>
            <pc:docMk/>
            <pc:sldMk cId="1985645298" sldId="274"/>
            <ac:spMk id="6" creationId="{E33B5922-60BD-78EE-EB98-5745A2B0B415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14:24.539" v="556" actId="1076"/>
          <ac:spMkLst>
            <pc:docMk/>
            <pc:sldMk cId="1985645298" sldId="274"/>
            <ac:spMk id="7" creationId="{1ED655A4-2B17-32A4-5B84-DAC9BAE0A3C7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15:06.585" v="607" actId="1076"/>
          <ac:spMkLst>
            <pc:docMk/>
            <pc:sldMk cId="1985645298" sldId="274"/>
            <ac:spMk id="15" creationId="{11B8C4E4-6A58-3E56-1D8C-006DB7A1C9D0}"/>
          </ac:spMkLst>
        </pc:spChg>
        <pc:picChg chg="add mod">
          <ac:chgData name="Filippo Bellon" userId="S::filippo.bellon@studenti.unipd.it::a1a32256-d52c-4daf-b379-79fd61843191" providerId="AD" clId="Web-{00000000-0000-0000-0000-000000000000}" dt="2026-10-13T22:14:01.977" v="530" actId="1076"/>
          <ac:picMkLst>
            <pc:docMk/>
            <pc:sldMk cId="1985645298" sldId="274"/>
            <ac:picMk id="2" creationId="{33A2C2C6-5241-EC48-894A-E9271D6E62BC}"/>
          </ac:picMkLst>
        </pc:picChg>
        <pc:picChg chg="add mod">
          <ac:chgData name="Filippo Bellon" userId="S::filippo.bellon@studenti.unipd.it::a1a32256-d52c-4daf-b379-79fd61843191" providerId="AD" clId="Web-{00000000-0000-0000-0000-000000000000}" dt="2026-10-13T22:14:05.977" v="531" actId="14100"/>
          <ac:picMkLst>
            <pc:docMk/>
            <pc:sldMk cId="1985645298" sldId="274"/>
            <ac:picMk id="3" creationId="{52852B77-6937-0BD1-8C3B-5EDB33BE498F}"/>
          </ac:picMkLst>
        </pc:picChg>
        <pc:picChg chg="add mod">
          <ac:chgData name="Filippo Bellon" userId="S::filippo.bellon@studenti.unipd.it::a1a32256-d52c-4daf-b379-79fd61843191" providerId="AD" clId="Web-{00000000-0000-0000-0000-000000000000}" dt="2026-10-13T21:02:01.435" v="29" actId="1076"/>
          <ac:picMkLst>
            <pc:docMk/>
            <pc:sldMk cId="1985645298" sldId="274"/>
            <ac:picMk id="4" creationId="{AD6BE292-CE3A-08D8-8F00-1872C7E20709}"/>
          </ac:picMkLst>
        </pc:picChg>
        <pc:picChg chg="add mod modCrop">
          <ac:chgData name="Filippo Bellon" userId="S::filippo.bellon@studenti.unipd.it::a1a32256-d52c-4daf-b379-79fd61843191" providerId="AD" clId="Web-{00000000-0000-0000-0000-000000000000}" dt="2026-10-13T22:35:28.544" v="1910" actId="14100"/>
          <ac:picMkLst>
            <pc:docMk/>
            <pc:sldMk cId="1985645298" sldId="274"/>
            <ac:picMk id="16" creationId="{07E65F2D-D79B-B90B-A58D-370E8DB1F21A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36:18.934" v="1920"/>
          <ac:picMkLst>
            <pc:docMk/>
            <pc:sldMk cId="1985645298" sldId="274"/>
            <ac:picMk id="17" creationId="{09D1A0C1-FD92-B158-AB7A-186B654FC0E9}"/>
          </ac:picMkLst>
        </pc:picChg>
      </pc:sldChg>
      <pc:sldChg chg="addSp delSp modSp add del">
        <pc:chgData name="Filippo Bellon" userId="S::filippo.bellon@studenti.unipd.it::a1a32256-d52c-4daf-b379-79fd61843191" providerId="AD" clId="Web-{00000000-0000-0000-0000-000000000000}" dt="2026-10-13T22:01:55.571" v="398"/>
        <pc:sldMkLst>
          <pc:docMk/>
          <pc:sldMk cId="729995974" sldId="275"/>
        </pc:sldMkLst>
        <pc:spChg chg="add del mod">
          <ac:chgData name="Filippo Bellon" userId="S::filippo.bellon@studenti.unipd.it::a1a32256-d52c-4daf-b379-79fd61843191" providerId="AD" clId="Web-{00000000-0000-0000-0000-000000000000}" dt="2026-10-13T21:27:05.753" v="148"/>
          <ac:spMkLst>
            <pc:docMk/>
            <pc:sldMk cId="729995974" sldId="275"/>
            <ac:spMk id="3" creationId="{5F733079-3D0B-F77D-BA88-F7CA6A6FA823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01:12.132" v="392" actId="20577"/>
          <ac:spMkLst>
            <pc:docMk/>
            <pc:sldMk cId="729995974" sldId="275"/>
            <ac:spMk id="6" creationId="{C4EA82B8-15D9-0F18-B8AC-ECBA852F172C}"/>
          </ac:spMkLst>
        </pc:spChg>
        <pc:spChg chg="mod">
          <ac:chgData name="Filippo Bellon" userId="S::filippo.bellon@studenti.unipd.it::a1a32256-d52c-4daf-b379-79fd61843191" providerId="AD" clId="Web-{00000000-0000-0000-0000-000000000000}" dt="2026-10-13T21:17:36.141" v="98" actId="20577"/>
          <ac:spMkLst>
            <pc:docMk/>
            <pc:sldMk cId="729995974" sldId="275"/>
            <ac:spMk id="150" creationId="{D69BD416-EC7C-4096-A5AD-E02110970CAC}"/>
          </ac:spMkLst>
        </pc:spChg>
        <pc:picChg chg="add del mod">
          <ac:chgData name="Filippo Bellon" userId="S::filippo.bellon@studenti.unipd.it::a1a32256-d52c-4daf-b379-79fd61843191" providerId="AD" clId="Web-{00000000-0000-0000-0000-000000000000}" dt="2026-10-13T21:27:16.535" v="150"/>
          <ac:picMkLst>
            <pc:docMk/>
            <pc:sldMk cId="729995974" sldId="275"/>
            <ac:picMk id="4" creationId="{02DE2AF0-961B-7619-5578-2E51D0BBF276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1:48:34.593" v="200"/>
          <ac:picMkLst>
            <pc:docMk/>
            <pc:sldMk cId="729995974" sldId="275"/>
            <ac:picMk id="7" creationId="{FAB08C27-EA24-1F95-48D4-3CEA160D58C8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01:50.399" v="397"/>
          <ac:picMkLst>
            <pc:docMk/>
            <pc:sldMk cId="729995974" sldId="275"/>
            <ac:picMk id="15" creationId="{8C72AD27-19F3-0661-AADB-17BE43944F0E}"/>
          </ac:picMkLst>
        </pc:picChg>
        <pc:inkChg chg="add del">
          <ac:chgData name="Filippo Bellon" userId="S::filippo.bellon@studenti.unipd.it::a1a32256-d52c-4daf-b379-79fd61843191" providerId="AD" clId="Web-{00000000-0000-0000-0000-000000000000}" dt="2026-10-13T22:00:08.302" v="385"/>
          <ac:inkMkLst>
            <pc:docMk/>
            <pc:sldMk cId="729995974" sldId="275"/>
            <ac:inkMk id="16" creationId="{FD792D82-EA60-B6CC-8570-E29B8BEE26A7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00:07.943" v="384"/>
          <ac:inkMkLst>
            <pc:docMk/>
            <pc:sldMk cId="729995974" sldId="275"/>
            <ac:inkMk id="17" creationId="{39AD19D3-D708-F63A-EFB5-EB4C04A7B1F2}"/>
          </ac:inkMkLst>
        </pc:inkChg>
      </pc:sldChg>
      <pc:sldChg chg="addSp delSp modSp add del replId">
        <pc:chgData name="Filippo Bellon" userId="S::filippo.bellon@studenti.unipd.it::a1a32256-d52c-4daf-b379-79fd61843191" providerId="AD" clId="Web-{00000000-0000-0000-0000-000000000000}" dt="2026-10-13T22:04:42.846" v="429"/>
        <pc:sldMkLst>
          <pc:docMk/>
          <pc:sldMk cId="492260708" sldId="282"/>
        </pc:sldMkLst>
        <pc:spChg chg="mod">
          <ac:chgData name="Filippo Bellon" userId="S::filippo.bellon@studenti.unipd.it::a1a32256-d52c-4daf-b379-79fd61843191" providerId="AD" clId="Web-{00000000-0000-0000-0000-000000000000}" dt="2026-10-13T21:24:24.967" v="145" actId="1076"/>
          <ac:spMkLst>
            <pc:docMk/>
            <pc:sldMk cId="492260708" sldId="282"/>
            <ac:spMk id="3" creationId="{6AA19B20-9E9C-CAA3-982B-53C4E081EC0D}"/>
          </ac:spMkLst>
        </pc:spChg>
        <pc:spChg chg="add del mod">
          <ac:chgData name="Filippo Bellon" userId="S::filippo.bellon@studenti.unipd.it::a1a32256-d52c-4daf-b379-79fd61843191" providerId="AD" clId="Web-{00000000-0000-0000-0000-000000000000}" dt="2026-10-13T22:04:31.987" v="419"/>
          <ac:spMkLst>
            <pc:docMk/>
            <pc:sldMk cId="492260708" sldId="282"/>
            <ac:spMk id="6" creationId="{A66B4AE0-8D1E-4750-889E-CBE028F4564C}"/>
          </ac:spMkLst>
        </pc:spChg>
        <pc:spChg chg="add del mod">
          <ac:chgData name="Filippo Bellon" userId="S::filippo.bellon@studenti.unipd.it::a1a32256-d52c-4daf-b379-79fd61843191" providerId="AD" clId="Web-{00000000-0000-0000-0000-000000000000}" dt="2026-10-13T22:04:31.987" v="418"/>
          <ac:spMkLst>
            <pc:docMk/>
            <pc:sldMk cId="492260708" sldId="282"/>
            <ac:spMk id="7" creationId="{818CF1EC-E3E9-E2A4-B6B5-D08AC81B4729}"/>
          </ac:spMkLst>
        </pc:spChg>
        <pc:picChg chg="add del mod">
          <ac:chgData name="Filippo Bellon" userId="S::filippo.bellon@studenti.unipd.it::a1a32256-d52c-4daf-b379-79fd61843191" providerId="AD" clId="Web-{00000000-0000-0000-0000-000000000000}" dt="2026-10-13T22:04:31.987" v="420"/>
          <ac:picMkLst>
            <pc:docMk/>
            <pc:sldMk cId="492260708" sldId="282"/>
            <ac:picMk id="2" creationId="{470C9E94-7AD3-11D6-DD91-A8CB6DAB8547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1:26:55.440" v="147"/>
          <ac:picMkLst>
            <pc:docMk/>
            <pc:sldMk cId="492260708" sldId="282"/>
            <ac:picMk id="4" creationId="{3A77A88B-4F9D-7336-B73E-6FDF5361530C}"/>
          </ac:picMkLst>
        </pc:picChg>
      </pc:sldChg>
      <pc:sldChg chg="addSp delSp modSp add del replId">
        <pc:chgData name="Filippo Bellon" userId="S::filippo.bellon@studenti.unipd.it::a1a32256-d52c-4daf-b379-79fd61843191" providerId="AD" clId="Web-{00000000-0000-0000-0000-000000000000}" dt="2026-10-13T22:03:14.031" v="417"/>
        <pc:sldMkLst>
          <pc:docMk/>
          <pc:sldMk cId="2908681222" sldId="283"/>
        </pc:sldMkLst>
        <pc:spChg chg="add del mod">
          <ac:chgData name="Filippo Bellon" userId="S::filippo.bellon@studenti.unipd.it::a1a32256-d52c-4daf-b379-79fd61843191" providerId="AD" clId="Web-{00000000-0000-0000-0000-000000000000}" dt="2026-10-13T22:02:52.151" v="411"/>
          <ac:spMkLst>
            <pc:docMk/>
            <pc:sldMk cId="2908681222" sldId="283"/>
            <ac:spMk id="16" creationId="{F4CECF91-8736-5D01-4D59-8D5F00E7BA25}"/>
          </ac:spMkLst>
        </pc:spChg>
        <pc:spChg chg="add del mod">
          <ac:chgData name="Filippo Bellon" userId="S::filippo.bellon@studenti.unipd.it::a1a32256-d52c-4daf-b379-79fd61843191" providerId="AD" clId="Web-{00000000-0000-0000-0000-000000000000}" dt="2026-10-13T22:02:52.151" v="410"/>
          <ac:spMkLst>
            <pc:docMk/>
            <pc:sldMk cId="2908681222" sldId="283"/>
            <ac:spMk id="17" creationId="{656455E0-3B2E-3A91-A044-6508D106F936}"/>
          </ac:spMkLst>
        </pc:spChg>
        <pc:grpChg chg="mod">
          <ac:chgData name="Filippo Bellon" userId="S::filippo.bellon@studenti.unipd.it::a1a32256-d52c-4daf-b379-79fd61843191" providerId="AD" clId="Web-{00000000-0000-0000-0000-000000000000}" dt="2026-10-13T22:00:56.913" v="388" actId="1076"/>
          <ac:grpSpMkLst>
            <pc:docMk/>
            <pc:sldMk cId="2908681222" sldId="283"/>
            <ac:grpSpMk id="8" creationId="{36A665C2-686F-52BF-34E4-507D86EEDE9F}"/>
          </ac:grpSpMkLst>
        </pc:grpChg>
        <pc:picChg chg="add del mod">
          <ac:chgData name="Filippo Bellon" userId="S::filippo.bellon@studenti.unipd.it::a1a32256-d52c-4daf-b379-79fd61843191" providerId="AD" clId="Web-{00000000-0000-0000-0000-000000000000}" dt="2026-10-13T21:29:57.633" v="195"/>
          <ac:picMkLst>
            <pc:docMk/>
            <pc:sldMk cId="2908681222" sldId="283"/>
            <ac:picMk id="2" creationId="{4C2BE820-199D-9A62-20E0-E4A3AFBB106F}"/>
          </ac:picMkLst>
        </pc:picChg>
        <pc:picChg chg="del mod">
          <ac:chgData name="Filippo Bellon" userId="S::filippo.bellon@studenti.unipd.it::a1a32256-d52c-4daf-b379-79fd61843191" providerId="AD" clId="Web-{00000000-0000-0000-0000-000000000000}" dt="2026-10-13T22:02:52.151" v="415"/>
          <ac:picMkLst>
            <pc:docMk/>
            <pc:sldMk cId="2908681222" sldId="283"/>
            <ac:picMk id="4" creationId="{4AAD8C40-ACC3-5107-74F3-AA94CF883763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02:52.151" v="414"/>
          <ac:picMkLst>
            <pc:docMk/>
            <pc:sldMk cId="2908681222" sldId="283"/>
            <ac:picMk id="5" creationId="{FA7BAEA1-C8CF-BEF6-0845-A4E20CD61F51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02:52.151" v="413"/>
          <ac:picMkLst>
            <pc:docMk/>
            <pc:sldMk cId="2908681222" sldId="283"/>
            <ac:picMk id="6" creationId="{311DFFAC-836D-FCF9-9081-C318D45E9F0D}"/>
          </ac:picMkLst>
        </pc:picChg>
        <pc:picChg chg="add del mod">
          <ac:chgData name="Filippo Bellon" userId="S::filippo.bellon@studenti.unipd.it::a1a32256-d52c-4daf-b379-79fd61843191" providerId="AD" clId="Web-{00000000-0000-0000-0000-000000000000}" dt="2026-10-13T22:02:52.151" v="412"/>
          <ac:picMkLst>
            <pc:docMk/>
            <pc:sldMk cId="2908681222" sldId="283"/>
            <ac:picMk id="7" creationId="{76E58F38-C25C-15D5-66CE-57356AB0AE34}"/>
          </ac:picMkLst>
        </pc:picChg>
        <pc:inkChg chg="add del">
          <ac:chgData name="Filippo Bellon" userId="S::filippo.bellon@studenti.unipd.it::a1a32256-d52c-4daf-b379-79fd61843191" providerId="AD" clId="Web-{00000000-0000-0000-0000-000000000000}" dt="2026-10-13T21:57:35.141" v="360"/>
          <ac:inkMkLst>
            <pc:docMk/>
            <pc:sldMk cId="2908681222" sldId="283"/>
            <ac:inkMk id="18" creationId="{844C5060-9041-047C-AC5B-3B8CC9245765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1:57:34.156" v="359"/>
          <ac:inkMkLst>
            <pc:docMk/>
            <pc:sldMk cId="2908681222" sldId="283"/>
            <ac:inkMk id="19" creationId="{8D5D554A-2004-27CF-5648-25D6D232F7F6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1:57:47.641" v="362"/>
          <ac:inkMkLst>
            <pc:docMk/>
            <pc:sldMk cId="2908681222" sldId="283"/>
            <ac:inkMk id="20" creationId="{4CAD11B7-B0F4-0F6E-4B67-D18CFEA7754B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1:58:29.908" v="380"/>
          <ac:inkMkLst>
            <pc:docMk/>
            <pc:sldMk cId="2908681222" sldId="283"/>
            <ac:inkMk id="21" creationId="{921EEF27-4D9C-A1C6-E741-2776ED104211}"/>
          </ac:inkMkLst>
        </pc:inkChg>
        <pc:inkChg chg="add">
          <ac:chgData name="Filippo Bellon" userId="S::filippo.bellon@studenti.unipd.it::a1a32256-d52c-4daf-b379-79fd61843191" providerId="AD" clId="Web-{00000000-0000-0000-0000-000000000000}" dt="2026-10-13T21:58:32.737" v="381"/>
          <ac:inkMkLst>
            <pc:docMk/>
            <pc:sldMk cId="2908681222" sldId="283"/>
            <ac:inkMk id="22" creationId="{0D757D54-0073-B7DB-A201-DD38C81FA431}"/>
          </ac:inkMkLst>
        </pc:inkChg>
        <pc:inkChg chg="add del">
          <ac:chgData name="Filippo Bellon" userId="S::filippo.bellon@studenti.unipd.it::a1a32256-d52c-4daf-b379-79fd61843191" providerId="AD" clId="Web-{00000000-0000-0000-0000-000000000000}" dt="2026-10-13T22:00:23.396" v="387"/>
          <ac:inkMkLst>
            <pc:docMk/>
            <pc:sldMk cId="2908681222" sldId="283"/>
            <ac:inkMk id="23" creationId="{1CC31FA1-7137-D2FB-2731-DCEB4DF350F6}"/>
          </ac:inkMkLst>
        </pc:inkChg>
      </pc:sldChg>
      <pc:sldChg chg="addSp delSp modSp add replId modNotes">
        <pc:chgData name="Filippo Bellon" userId="S::filippo.bellon@studenti.unipd.it::a1a32256-d52c-4daf-b379-79fd61843191" providerId="AD" clId="Web-{00000000-0000-0000-0000-000000000000}" dt="2026-10-13T22:25:24.018" v="1409"/>
        <pc:sldMkLst>
          <pc:docMk/>
          <pc:sldMk cId="159594802" sldId="285"/>
        </pc:sldMkLst>
        <pc:spChg chg="del">
          <ac:chgData name="Filippo Bellon" userId="S::filippo.bellon@studenti.unipd.it::a1a32256-d52c-4daf-b379-79fd61843191" providerId="AD" clId="Web-{00000000-0000-0000-0000-000000000000}" dt="2026-10-13T22:02:03.368" v="404"/>
          <ac:spMkLst>
            <pc:docMk/>
            <pc:sldMk cId="159594802" sldId="285"/>
            <ac:spMk id="2" creationId="{6F9CEB8C-CC29-485E-2209-CF8FAB42D7D5}"/>
          </ac:spMkLst>
        </pc:spChg>
        <pc:spChg chg="del">
          <ac:chgData name="Filippo Bellon" userId="S::filippo.bellon@studenti.unipd.it::a1a32256-d52c-4daf-b379-79fd61843191" providerId="AD" clId="Web-{00000000-0000-0000-0000-000000000000}" dt="2026-10-13T22:02:03.368" v="403"/>
          <ac:spMkLst>
            <pc:docMk/>
            <pc:sldMk cId="159594802" sldId="285"/>
            <ac:spMk id="6" creationId="{49DE33F1-7F5C-E17B-BD5C-E4545FCF9D55}"/>
          </ac:spMkLst>
        </pc:spChg>
        <pc:spChg chg="del">
          <ac:chgData name="Filippo Bellon" userId="S::filippo.bellon@studenti.unipd.it::a1a32256-d52c-4daf-b379-79fd61843191" providerId="AD" clId="Web-{00000000-0000-0000-0000-000000000000}" dt="2026-10-13T22:02:03.368" v="402"/>
          <ac:spMkLst>
            <pc:docMk/>
            <pc:sldMk cId="159594802" sldId="285"/>
            <ac:spMk id="7" creationId="{BCD6A170-DD1A-CFB0-C1BC-588C43EC1BD7}"/>
          </ac:spMkLst>
        </pc:spChg>
        <pc:picChg chg="add mod modCrop">
          <ac:chgData name="Filippo Bellon" userId="S::filippo.bellon@studenti.unipd.it::a1a32256-d52c-4daf-b379-79fd61843191" providerId="AD" clId="Web-{00000000-0000-0000-0000-000000000000}" dt="2026-10-13T22:02:04.946" v="407"/>
          <ac:picMkLst>
            <pc:docMk/>
            <pc:sldMk cId="159594802" sldId="285"/>
            <ac:picMk id="3" creationId="{C4EC1788-2163-5555-F36E-87E8052BE8C0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2:03.368" v="401"/>
          <ac:picMkLst>
            <pc:docMk/>
            <pc:sldMk cId="159594802" sldId="285"/>
            <ac:picMk id="15" creationId="{4FA5D6DD-150F-FBE5-687C-CF3A19C25C1C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2:03.368" v="400"/>
          <ac:picMkLst>
            <pc:docMk/>
            <pc:sldMk cId="159594802" sldId="285"/>
            <ac:picMk id="18" creationId="{B3D09442-5DEC-2C48-FD6D-BD661203D192}"/>
          </ac:picMkLst>
        </pc:picChg>
      </pc:sldChg>
      <pc:sldChg chg="addSp delSp modSp add replId modNotes">
        <pc:chgData name="Filippo Bellon" userId="S::filippo.bellon@studenti.unipd.it::a1a32256-d52c-4daf-b379-79fd61843191" providerId="AD" clId="Web-{00000000-0000-0000-0000-000000000000}" dt="2026-10-13T22:32:54.889" v="1892" actId="1076"/>
        <pc:sldMkLst>
          <pc:docMk/>
          <pc:sldMk cId="2843078829" sldId="286"/>
        </pc:sldMkLst>
        <pc:spChg chg="add mod">
          <ac:chgData name="Filippo Bellon" userId="S::filippo.bellon@studenti.unipd.it::a1a32256-d52c-4daf-b379-79fd61843191" providerId="AD" clId="Web-{00000000-0000-0000-0000-000000000000}" dt="2026-10-13T22:31:53.514" v="1861" actId="20577"/>
          <ac:spMkLst>
            <pc:docMk/>
            <pc:sldMk cId="2843078829" sldId="286"/>
            <ac:spMk id="7" creationId="{F4CECF91-8736-5D01-4D59-8D5F00E7BA25}"/>
          </ac:spMkLst>
        </pc:spChg>
        <pc:spChg chg="add mod">
          <ac:chgData name="Filippo Bellon" userId="S::filippo.bellon@studenti.unipd.it::a1a32256-d52c-4daf-b379-79fd61843191" providerId="AD" clId="Web-{00000000-0000-0000-0000-000000000000}" dt="2026-10-13T22:28:39.641" v="1689" actId="20577"/>
          <ac:spMkLst>
            <pc:docMk/>
            <pc:sldMk cId="2843078829" sldId="286"/>
            <ac:spMk id="15" creationId="{656455E0-3B2E-3A91-A044-6508D106F936}"/>
          </ac:spMkLst>
        </pc:spChg>
        <pc:picChg chg="add mod">
          <ac:chgData name="Filippo Bellon" userId="S::filippo.bellon@studenti.unipd.it::a1a32256-d52c-4daf-b379-79fd61843191" providerId="AD" clId="Web-{00000000-0000-0000-0000-000000000000}" dt="2026-10-13T22:26:19.673" v="1411" actId="1076"/>
          <ac:picMkLst>
            <pc:docMk/>
            <pc:sldMk cId="2843078829" sldId="286"/>
            <ac:picMk id="2" creationId="{4AAD8C40-ACC3-5107-74F3-AA94CF883763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2:45.745" v="409"/>
          <ac:picMkLst>
            <pc:docMk/>
            <pc:sldMk cId="2843078829" sldId="286"/>
            <ac:picMk id="3" creationId="{7CCA0494-FDC1-9D10-E65C-93CC29E40D52}"/>
          </ac:picMkLst>
        </pc:picChg>
        <pc:picChg chg="add mod">
          <ac:chgData name="Filippo Bellon" userId="S::filippo.bellon@studenti.unipd.it::a1a32256-d52c-4daf-b379-79fd61843191" providerId="AD" clId="Web-{00000000-0000-0000-0000-000000000000}" dt="2026-10-13T22:32:54.889" v="1892" actId="1076"/>
          <ac:picMkLst>
            <pc:docMk/>
            <pc:sldMk cId="2843078829" sldId="286"/>
            <ac:picMk id="4" creationId="{FA7BAEA1-C8CF-BEF6-0845-A4E20CD61F51}"/>
          </ac:picMkLst>
        </pc:picChg>
        <pc:picChg chg="add">
          <ac:chgData name="Filippo Bellon" userId="S::filippo.bellon@studenti.unipd.it::a1a32256-d52c-4daf-b379-79fd61843191" providerId="AD" clId="Web-{00000000-0000-0000-0000-000000000000}" dt="2026-10-13T22:02:53.885" v="416"/>
          <ac:picMkLst>
            <pc:docMk/>
            <pc:sldMk cId="2843078829" sldId="286"/>
            <ac:picMk id="5" creationId="{311DFFAC-836D-FCF9-9081-C318D45E9F0D}"/>
          </ac:picMkLst>
        </pc:picChg>
        <pc:picChg chg="add">
          <ac:chgData name="Filippo Bellon" userId="S::filippo.bellon@studenti.unipd.it::a1a32256-d52c-4daf-b379-79fd61843191" providerId="AD" clId="Web-{00000000-0000-0000-0000-000000000000}" dt="2026-10-13T22:02:53.885" v="416"/>
          <ac:picMkLst>
            <pc:docMk/>
            <pc:sldMk cId="2843078829" sldId="286"/>
            <ac:picMk id="6" creationId="{76E58F38-C25C-15D5-66CE-57356AB0AE34}"/>
          </ac:picMkLst>
        </pc:picChg>
      </pc:sldChg>
      <pc:sldChg chg="addSp delSp add replId modNotes">
        <pc:chgData name="Filippo Bellon" userId="S::filippo.bellon@studenti.unipd.it::a1a32256-d52c-4daf-b379-79fd61843191" providerId="AD" clId="Web-{00000000-0000-0000-0000-000000000000}" dt="2026-10-13T22:26:09.752" v="1410"/>
        <pc:sldMkLst>
          <pc:docMk/>
          <pc:sldMk cId="3503123486" sldId="287"/>
        </pc:sldMkLst>
        <pc:spChg chg="del">
          <ac:chgData name="Filippo Bellon" userId="S::filippo.bellon@studenti.unipd.it::a1a32256-d52c-4daf-b379-79fd61843191" providerId="AD" clId="Web-{00000000-0000-0000-0000-000000000000}" dt="2026-10-13T22:04:38.893" v="423"/>
          <ac:spMkLst>
            <pc:docMk/>
            <pc:sldMk cId="3503123486" sldId="287"/>
            <ac:spMk id="7" creationId="{17F04424-F006-FA15-FB80-62CD1BEB55AD}"/>
          </ac:spMkLst>
        </pc:spChg>
        <pc:spChg chg="del">
          <ac:chgData name="Filippo Bellon" userId="S::filippo.bellon@studenti.unipd.it::a1a32256-d52c-4daf-b379-79fd61843191" providerId="AD" clId="Web-{00000000-0000-0000-0000-000000000000}" dt="2026-10-13T22:04:38.893" v="422"/>
          <ac:spMkLst>
            <pc:docMk/>
            <pc:sldMk cId="3503123486" sldId="287"/>
            <ac:spMk id="15" creationId="{24E555C3-7378-B23F-33C5-9E70BA395E28}"/>
          </ac:spMkLst>
        </pc:spChg>
        <pc:spChg chg="add">
          <ac:chgData name="Filippo Bellon" userId="S::filippo.bellon@studenti.unipd.it::a1a32256-d52c-4daf-b379-79fd61843191" providerId="AD" clId="Web-{00000000-0000-0000-0000-000000000000}" dt="2026-10-13T22:04:40.409" v="428"/>
          <ac:spMkLst>
            <pc:docMk/>
            <pc:sldMk cId="3503123486" sldId="287"/>
            <ac:spMk id="16" creationId="{A66B4AE0-8D1E-4750-889E-CBE028F4564C}"/>
          </ac:spMkLst>
        </pc:spChg>
        <pc:spChg chg="add">
          <ac:chgData name="Filippo Bellon" userId="S::filippo.bellon@studenti.unipd.it::a1a32256-d52c-4daf-b379-79fd61843191" providerId="AD" clId="Web-{00000000-0000-0000-0000-000000000000}" dt="2026-10-13T22:04:40.409" v="428"/>
          <ac:spMkLst>
            <pc:docMk/>
            <pc:sldMk cId="3503123486" sldId="287"/>
            <ac:spMk id="17" creationId="{818CF1EC-E3E9-E2A4-B6B5-D08AC81B4729}"/>
          </ac:spMkLst>
        </pc:spChg>
        <pc:picChg chg="del">
          <ac:chgData name="Filippo Bellon" userId="S::filippo.bellon@studenti.unipd.it::a1a32256-d52c-4daf-b379-79fd61843191" providerId="AD" clId="Web-{00000000-0000-0000-0000-000000000000}" dt="2026-10-13T22:04:38.893" v="427"/>
          <ac:picMkLst>
            <pc:docMk/>
            <pc:sldMk cId="3503123486" sldId="287"/>
            <ac:picMk id="2" creationId="{08DE574B-7EA8-A890-2B69-968F3D5D6582}"/>
          </ac:picMkLst>
        </pc:picChg>
        <pc:picChg chg="add">
          <ac:chgData name="Filippo Bellon" userId="S::filippo.bellon@studenti.unipd.it::a1a32256-d52c-4daf-b379-79fd61843191" providerId="AD" clId="Web-{00000000-0000-0000-0000-000000000000}" dt="2026-10-13T22:04:40.409" v="428"/>
          <ac:picMkLst>
            <pc:docMk/>
            <pc:sldMk cId="3503123486" sldId="287"/>
            <ac:picMk id="3" creationId="{470C9E94-7AD3-11D6-DD91-A8CB6DAB8547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4:38.893" v="426"/>
          <ac:picMkLst>
            <pc:docMk/>
            <pc:sldMk cId="3503123486" sldId="287"/>
            <ac:picMk id="4" creationId="{47A885C0-E058-9AFB-6161-39DA6EAAFC49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4:38.893" v="425"/>
          <ac:picMkLst>
            <pc:docMk/>
            <pc:sldMk cId="3503123486" sldId="287"/>
            <ac:picMk id="5" creationId="{F861F906-1E12-76C3-8699-7BDFE9F25BB2}"/>
          </ac:picMkLst>
        </pc:picChg>
        <pc:picChg chg="del">
          <ac:chgData name="Filippo Bellon" userId="S::filippo.bellon@studenti.unipd.it::a1a32256-d52c-4daf-b379-79fd61843191" providerId="AD" clId="Web-{00000000-0000-0000-0000-000000000000}" dt="2026-10-13T22:04:38.893" v="424"/>
          <ac:picMkLst>
            <pc:docMk/>
            <pc:sldMk cId="3503123486" sldId="287"/>
            <ac:picMk id="6" creationId="{4FF55CE5-B75F-AB74-DDA4-DC07F18E864A}"/>
          </ac:picMkLst>
        </pc:picChg>
      </pc:sldChg>
      <pc:sldChg chg="delSp modSp add replId">
        <pc:chgData name="Filippo Bellon" userId="S::filippo.bellon@studenti.unipd.it::a1a32256-d52c-4daf-b379-79fd61843191" providerId="AD" clId="Web-{00000000-0000-0000-0000-000000000000}" dt="2026-10-13T22:36:10.825" v="1919" actId="1076"/>
        <pc:sldMkLst>
          <pc:docMk/>
          <pc:sldMk cId="715553470" sldId="288"/>
        </pc:sldMkLst>
        <pc:picChg chg="del">
          <ac:chgData name="Filippo Bellon" userId="S::filippo.bellon@studenti.unipd.it::a1a32256-d52c-4daf-b379-79fd61843191" providerId="AD" clId="Web-{00000000-0000-0000-0000-000000000000}" dt="2026-10-13T22:36:02.653" v="1916"/>
          <ac:picMkLst>
            <pc:docMk/>
            <pc:sldMk cId="715553470" sldId="288"/>
            <ac:picMk id="16" creationId="{8F8E73EA-86DA-1D1C-A9CB-C135D3553377}"/>
          </ac:picMkLst>
        </pc:picChg>
        <pc:picChg chg="mod">
          <ac:chgData name="Filippo Bellon" userId="S::filippo.bellon@studenti.unipd.it::a1a32256-d52c-4daf-b379-79fd61843191" providerId="AD" clId="Web-{00000000-0000-0000-0000-000000000000}" dt="2026-10-13T22:36:10.825" v="1919" actId="1076"/>
          <ac:picMkLst>
            <pc:docMk/>
            <pc:sldMk cId="715553470" sldId="288"/>
            <ac:picMk id="17" creationId="{8A10DD2A-3120-13CD-15B9-D1293E2BE7F0}"/>
          </ac:picMkLst>
        </pc:picChg>
      </pc:sldChg>
    </pc:docChg>
  </pc:docChgLst>
  <pc:docChgLst>
    <pc:chgData name="Filippo Bellon" userId="S::filippo.bellon@studenti.unipd.it::a1a32256-d52c-4daf-b379-79fd61843191" providerId="AD" clId="Web-{CDB882EE-5A7D-C80F-3986-E74AAD3C0EEE}"/>
    <pc:docChg chg="modSld">
      <pc:chgData name="Filippo Bellon" userId="S::filippo.bellon@studenti.unipd.it::a1a32256-d52c-4daf-b379-79fd61843191" providerId="AD" clId="Web-{CDB882EE-5A7D-C80F-3986-E74AAD3C0EEE}" dt="2026-10-13T20:00:50.733" v="46" actId="1076"/>
      <pc:docMkLst>
        <pc:docMk/>
      </pc:docMkLst>
      <pc:sldChg chg="modSp">
        <pc:chgData name="Filippo Bellon" userId="S::filippo.bellon@studenti.unipd.it::a1a32256-d52c-4daf-b379-79fd61843191" providerId="AD" clId="Web-{CDB882EE-5A7D-C80F-3986-E74AAD3C0EEE}" dt="2026-10-13T19:47:32.325" v="18" actId="20577"/>
        <pc:sldMkLst>
          <pc:docMk/>
          <pc:sldMk cId="0" sldId="261"/>
        </pc:sldMkLst>
        <pc:spChg chg="mod">
          <ac:chgData name="Filippo Bellon" userId="S::filippo.bellon@studenti.unipd.it::a1a32256-d52c-4daf-b379-79fd61843191" providerId="AD" clId="Web-{CDB882EE-5A7D-C80F-3986-E74AAD3C0EEE}" dt="2026-10-13T19:47:32.325" v="18" actId="20577"/>
          <ac:spMkLst>
            <pc:docMk/>
            <pc:sldMk cId="0" sldId="261"/>
            <ac:spMk id="5" creationId="{81437009-7B58-EF1A-61A2-83C6BDEB7A68}"/>
          </ac:spMkLst>
        </pc:spChg>
      </pc:sldChg>
      <pc:sldChg chg="addSp modSp">
        <pc:chgData name="Filippo Bellon" userId="S::filippo.bellon@studenti.unipd.it::a1a32256-d52c-4daf-b379-79fd61843191" providerId="AD" clId="Web-{CDB882EE-5A7D-C80F-3986-E74AAD3C0EEE}" dt="2026-10-13T20:00:50.733" v="46" actId="1076"/>
        <pc:sldMkLst>
          <pc:docMk/>
          <pc:sldMk cId="729301992" sldId="267"/>
        </pc:sldMkLst>
        <pc:spChg chg="mod">
          <ac:chgData name="Filippo Bellon" userId="S::filippo.bellon@studenti.unipd.it::a1a32256-d52c-4daf-b379-79fd61843191" providerId="AD" clId="Web-{CDB882EE-5A7D-C80F-3986-E74AAD3C0EEE}" dt="2026-10-13T20:00:48.811" v="45" actId="1076"/>
          <ac:spMkLst>
            <pc:docMk/>
            <pc:sldMk cId="729301992" sldId="267"/>
            <ac:spMk id="7" creationId="{8964BC2D-C35D-02D2-01AA-AC1D0C4D2EBC}"/>
          </ac:spMkLst>
        </pc:spChg>
        <pc:spChg chg="mod">
          <ac:chgData name="Filippo Bellon" userId="S::filippo.bellon@studenti.unipd.it::a1a32256-d52c-4daf-b379-79fd61843191" providerId="AD" clId="Web-{CDB882EE-5A7D-C80F-3986-E74AAD3C0EEE}" dt="2026-10-13T20:00:50.733" v="46" actId="1076"/>
          <ac:spMkLst>
            <pc:docMk/>
            <pc:sldMk cId="729301992" sldId="267"/>
            <ac:spMk id="16" creationId="{61D1CF04-626A-0D5A-8AB0-8CE4FBA8C5FC}"/>
          </ac:spMkLst>
        </pc:spChg>
        <pc:picChg chg="add mod">
          <ac:chgData name="Filippo Bellon" userId="S::filippo.bellon@studenti.unipd.it::a1a32256-d52c-4daf-b379-79fd61843191" providerId="AD" clId="Web-{CDB882EE-5A7D-C80F-3986-E74AAD3C0EEE}" dt="2026-10-13T20:00:37.327" v="43" actId="1076"/>
          <ac:picMkLst>
            <pc:docMk/>
            <pc:sldMk cId="729301992" sldId="267"/>
            <ac:picMk id="2" creationId="{3E5C6EB5-8C32-3626-2E26-770D3F359A9C}"/>
          </ac:picMkLst>
        </pc:picChg>
      </pc:sldChg>
      <pc:sldChg chg="addSp modSp">
        <pc:chgData name="Filippo Bellon" userId="S::filippo.bellon@studenti.unipd.it::a1a32256-d52c-4daf-b379-79fd61843191" providerId="AD" clId="Web-{CDB882EE-5A7D-C80F-3986-E74AAD3C0EEE}" dt="2026-10-13T19:59:10.686" v="35" actId="1076"/>
        <pc:sldMkLst>
          <pc:docMk/>
          <pc:sldMk cId="3328477660" sldId="270"/>
        </pc:sldMkLst>
        <pc:picChg chg="add mod">
          <ac:chgData name="Filippo Bellon" userId="S::filippo.bellon@studenti.unipd.it::a1a32256-d52c-4daf-b379-79fd61843191" providerId="AD" clId="Web-{CDB882EE-5A7D-C80F-3986-E74AAD3C0EEE}" dt="2026-10-13T19:59:10.686" v="35" actId="1076"/>
          <ac:picMkLst>
            <pc:docMk/>
            <pc:sldMk cId="3328477660" sldId="270"/>
            <ac:picMk id="2" creationId="{D870EC01-96EC-82A0-DF64-35D1D5E9D853}"/>
          </ac:picMkLst>
        </pc:picChg>
      </pc:sldChg>
      <pc:sldChg chg="addSp delSp modSp">
        <pc:chgData name="Filippo Bellon" userId="S::filippo.bellon@studenti.unipd.it::a1a32256-d52c-4daf-b379-79fd61843191" providerId="AD" clId="Web-{CDB882EE-5A7D-C80F-3986-E74AAD3C0EEE}" dt="2026-10-13T19:48:04.559" v="26" actId="20577"/>
        <pc:sldMkLst>
          <pc:docMk/>
          <pc:sldMk cId="443320083" sldId="272"/>
        </pc:sldMkLst>
        <pc:spChg chg="del mod">
          <ac:chgData name="Filippo Bellon" userId="S::filippo.bellon@studenti.unipd.it::a1a32256-d52c-4daf-b379-79fd61843191" providerId="AD" clId="Web-{CDB882EE-5A7D-C80F-3986-E74AAD3C0EEE}" dt="2026-10-13T19:47:57.231" v="23"/>
          <ac:spMkLst>
            <pc:docMk/>
            <pc:sldMk cId="443320083" sldId="272"/>
            <ac:spMk id="2" creationId="{6247866D-A801-93BF-4A58-5058CE4EA509}"/>
          </ac:spMkLst>
        </pc:spChg>
        <pc:spChg chg="add mod">
          <ac:chgData name="Filippo Bellon" userId="S::filippo.bellon@studenti.unipd.it::a1a32256-d52c-4daf-b379-79fd61843191" providerId="AD" clId="Web-{CDB882EE-5A7D-C80F-3986-E74AAD3C0EEE}" dt="2026-10-13T19:48:04.559" v="26" actId="20577"/>
          <ac:spMkLst>
            <pc:docMk/>
            <pc:sldMk cId="443320083" sldId="272"/>
            <ac:spMk id="4" creationId="{ADFBB378-5CB7-837C-7502-685FFA063447}"/>
          </ac:spMkLst>
        </pc:spChg>
      </pc:sldChg>
      <pc:sldChg chg="addSp modSp">
        <pc:chgData name="Filippo Bellon" userId="S::filippo.bellon@studenti.unipd.it::a1a32256-d52c-4daf-b379-79fd61843191" providerId="AD" clId="Web-{CDB882EE-5A7D-C80F-3986-E74AAD3C0EEE}" dt="2026-10-13T19:47:12.262" v="17" actId="1076"/>
        <pc:sldMkLst>
          <pc:docMk/>
          <pc:sldMk cId="3100560328" sldId="273"/>
        </pc:sldMkLst>
        <pc:spChg chg="add mod">
          <ac:chgData name="Filippo Bellon" userId="S::filippo.bellon@studenti.unipd.it::a1a32256-d52c-4daf-b379-79fd61843191" providerId="AD" clId="Web-{CDB882EE-5A7D-C80F-3986-E74AAD3C0EEE}" dt="2026-10-13T19:47:12.262" v="17" actId="1076"/>
          <ac:spMkLst>
            <pc:docMk/>
            <pc:sldMk cId="3100560328" sldId="273"/>
            <ac:spMk id="3" creationId="{38877965-4313-47FC-4A2E-FDBB547C4925}"/>
          </ac:spMkLst>
        </pc:spChg>
      </pc:sldChg>
      <pc:sldChg chg="addSp delSp">
        <pc:chgData name="Filippo Bellon" userId="S::filippo.bellon@studenti.unipd.it::a1a32256-d52c-4daf-b379-79fd61843191" providerId="AD" clId="Web-{CDB882EE-5A7D-C80F-3986-E74AAD3C0EEE}" dt="2026-10-13T19:47:45.294" v="22"/>
        <pc:sldMkLst>
          <pc:docMk/>
          <pc:sldMk cId="4024964821" sldId="277"/>
        </pc:sldMkLst>
        <pc:spChg chg="del">
          <ac:chgData name="Filippo Bellon" userId="S::filippo.bellon@studenti.unipd.it::a1a32256-d52c-4daf-b379-79fd61843191" providerId="AD" clId="Web-{CDB882EE-5A7D-C80F-3986-E74AAD3C0EEE}" dt="2026-10-13T19:47:37.684" v="19"/>
          <ac:spMkLst>
            <pc:docMk/>
            <pc:sldMk cId="4024964821" sldId="277"/>
            <ac:spMk id="3" creationId="{D9E9C7EA-B624-CB96-AA5A-0ADDA9E7FA69}"/>
          </ac:spMkLst>
        </pc:spChg>
        <pc:spChg chg="add">
          <ac:chgData name="Filippo Bellon" userId="S::filippo.bellon@studenti.unipd.it::a1a32256-d52c-4daf-b379-79fd61843191" providerId="AD" clId="Web-{CDB882EE-5A7D-C80F-3986-E74AAD3C0EEE}" dt="2026-10-13T19:47:45.294" v="22"/>
          <ac:spMkLst>
            <pc:docMk/>
            <pc:sldMk cId="4024964821" sldId="277"/>
            <ac:spMk id="8" creationId="{0C279D36-F963-01A2-D574-5BC9B20FDE23}"/>
          </ac:spMkLst>
        </pc:spChg>
      </pc:sldChg>
      <pc:sldChg chg="addSp delSp">
        <pc:chgData name="Filippo Bellon" userId="S::filippo.bellon@studenti.unipd.it::a1a32256-d52c-4daf-b379-79fd61843191" providerId="AD" clId="Web-{CDB882EE-5A7D-C80F-3986-E74AAD3C0EEE}" dt="2026-10-13T19:47:44.778" v="21"/>
        <pc:sldMkLst>
          <pc:docMk/>
          <pc:sldMk cId="4019441846" sldId="278"/>
        </pc:sldMkLst>
        <pc:spChg chg="del">
          <ac:chgData name="Filippo Bellon" userId="S::filippo.bellon@studenti.unipd.it::a1a32256-d52c-4daf-b379-79fd61843191" providerId="AD" clId="Web-{CDB882EE-5A7D-C80F-3986-E74AAD3C0EEE}" dt="2026-10-13T19:47:40.559" v="20"/>
          <ac:spMkLst>
            <pc:docMk/>
            <pc:sldMk cId="4019441846" sldId="278"/>
            <ac:spMk id="3" creationId="{3BF8E2B6-EB89-B157-42A0-932C566B2238}"/>
          </ac:spMkLst>
        </pc:spChg>
        <pc:spChg chg="add">
          <ac:chgData name="Filippo Bellon" userId="S::filippo.bellon@studenti.unipd.it::a1a32256-d52c-4daf-b379-79fd61843191" providerId="AD" clId="Web-{CDB882EE-5A7D-C80F-3986-E74AAD3C0EEE}" dt="2026-10-13T19:47:44.778" v="21"/>
          <ac:spMkLst>
            <pc:docMk/>
            <pc:sldMk cId="4019441846" sldId="278"/>
            <ac:spMk id="9" creationId="{CDE26FEA-2F4A-036E-B95D-98E4CF12FDF1}"/>
          </ac:spMkLst>
        </pc:spChg>
      </pc:sldChg>
    </pc:docChg>
  </pc:docChgLst>
  <pc:docChgLst>
    <pc:chgData name="Emanuele Artusi" userId="e07f9cc4-090e-48e6-8f87-fbcfb99436e6" providerId="ADAL" clId="{609E346F-E64D-4089-B364-02140BAE0A06}"/>
    <pc:docChg chg="undo redo custSel addSld delSld modSld modMainMaster">
      <pc:chgData name="Emanuele Artusi" userId="e07f9cc4-090e-48e6-8f87-fbcfb99436e6" providerId="ADAL" clId="{609E346F-E64D-4089-B364-02140BAE0A06}" dt="2026-10-14T00:29:23.853" v="2564" actId="113"/>
      <pc:docMkLst>
        <pc:docMk/>
      </pc:docMkLst>
      <pc:sldChg chg="addSp delSp modSp mod modTransition modNotesTx">
        <pc:chgData name="Emanuele Artusi" userId="e07f9cc4-090e-48e6-8f87-fbcfb99436e6" providerId="ADAL" clId="{609E346F-E64D-4089-B364-02140BAE0A06}" dt="2026-10-13T21:57:54.202" v="1193" actId="113"/>
        <pc:sldMkLst>
          <pc:docMk/>
          <pc:sldMk cId="0" sldId="257"/>
        </pc:sldMkLst>
        <pc:spChg chg="mod">
          <ac:chgData name="Emanuele Artusi" userId="e07f9cc4-090e-48e6-8f87-fbcfb99436e6" providerId="ADAL" clId="{609E346F-E64D-4089-B364-02140BAE0A06}" dt="2026-10-08T11:29:28.842" v="767"/>
          <ac:spMkLst>
            <pc:docMk/>
            <pc:sldMk cId="0" sldId="257"/>
            <ac:spMk id="26" creationId="{5B18EC49-6DF8-5D38-710E-DCBFFC20CAEA}"/>
          </ac:spMkLst>
        </pc:spChg>
        <pc:spChg chg="mod">
          <ac:chgData name="Emanuele Artusi" userId="e07f9cc4-090e-48e6-8f87-fbcfb99436e6" providerId="ADAL" clId="{609E346F-E64D-4089-B364-02140BAE0A06}" dt="2026-10-08T11:29:28.842" v="767"/>
          <ac:spMkLst>
            <pc:docMk/>
            <pc:sldMk cId="0" sldId="257"/>
            <ac:spMk id="28" creationId="{50849643-14BD-7345-EF4A-156BD4628E7E}"/>
          </ac:spMkLst>
        </pc:spChg>
        <pc:spChg chg="mod">
          <ac:chgData name="Emanuele Artusi" userId="e07f9cc4-090e-48e6-8f87-fbcfb99436e6" providerId="ADAL" clId="{609E346F-E64D-4089-B364-02140BAE0A06}" dt="2026-10-08T11:29:28.842" v="767"/>
          <ac:spMkLst>
            <pc:docMk/>
            <pc:sldMk cId="0" sldId="257"/>
            <ac:spMk id="30" creationId="{D953F705-6808-9B81-6DA6-4148351871B8}"/>
          </ac:spMkLst>
        </pc:spChg>
        <pc:spChg chg="mod">
          <ac:chgData name="Emanuele Artusi" userId="e07f9cc4-090e-48e6-8f87-fbcfb99436e6" providerId="ADAL" clId="{609E346F-E64D-4089-B364-02140BAE0A06}" dt="2026-10-13T21:57:54.202" v="1193" actId="113"/>
          <ac:spMkLst>
            <pc:docMk/>
            <pc:sldMk cId="0" sldId="257"/>
            <ac:spMk id="99" creationId="{00000000-0000-0000-0000-000000000000}"/>
          </ac:spMkLst>
        </pc:spChg>
        <pc:grpChg chg="add mod ord">
          <ac:chgData name="Emanuele Artusi" userId="e07f9cc4-090e-48e6-8f87-fbcfb99436e6" providerId="ADAL" clId="{609E346F-E64D-4089-B364-02140BAE0A06}" dt="2026-10-08T11:29:31.889" v="768" actId="167"/>
          <ac:grpSpMkLst>
            <pc:docMk/>
            <pc:sldMk cId="0" sldId="257"/>
            <ac:grpSpMk id="25" creationId="{ADF92C47-E481-F124-89BB-44668AF63516}"/>
          </ac:grpSpMkLst>
        </pc:grpChg>
        <pc:grpChg chg="mod">
          <ac:chgData name="Emanuele Artusi" userId="e07f9cc4-090e-48e6-8f87-fbcfb99436e6" providerId="ADAL" clId="{609E346F-E64D-4089-B364-02140BAE0A06}" dt="2026-10-08T11:29:28.842" v="767"/>
          <ac:grpSpMkLst>
            <pc:docMk/>
            <pc:sldMk cId="0" sldId="257"/>
            <ac:grpSpMk id="29" creationId="{CAD81083-ED12-6509-C60D-E9679D364C0C}"/>
          </ac:grpSpMkLst>
        </pc:grpChg>
        <pc:picChg chg="add del mod">
          <ac:chgData name="Emanuele Artusi" userId="e07f9cc4-090e-48e6-8f87-fbcfb99436e6" providerId="ADAL" clId="{609E346F-E64D-4089-B364-02140BAE0A06}" dt="2026-10-13T11:50:40.803" v="940" actId="478"/>
          <ac:picMkLst>
            <pc:docMk/>
            <pc:sldMk cId="0" sldId="257"/>
            <ac:picMk id="2" creationId="{08B68306-4655-1168-6AA0-37C093916801}"/>
          </ac:picMkLst>
        </pc:picChg>
        <pc:picChg chg="add mod">
          <ac:chgData name="Emanuele Artusi" userId="e07f9cc4-090e-48e6-8f87-fbcfb99436e6" providerId="ADAL" clId="{609E346F-E64D-4089-B364-02140BAE0A06}" dt="2026-10-13T15:12:55.082" v="968"/>
          <ac:picMkLst>
            <pc:docMk/>
            <pc:sldMk cId="0" sldId="257"/>
            <ac:picMk id="4" creationId="{99692B3E-10AA-8760-6477-75F087D51BC9}"/>
          </ac:picMkLst>
        </pc:picChg>
        <pc:picChg chg="mod">
          <ac:chgData name="Emanuele Artusi" userId="e07f9cc4-090e-48e6-8f87-fbcfb99436e6" providerId="ADAL" clId="{609E346F-E64D-4089-B364-02140BAE0A06}" dt="2026-10-08T11:29:28.842" v="767"/>
          <ac:picMkLst>
            <pc:docMk/>
            <pc:sldMk cId="0" sldId="257"/>
            <ac:picMk id="27" creationId="{44B2A59A-FA4C-6F55-4E52-4A4A1123DE69}"/>
          </ac:picMkLst>
        </pc:picChg>
        <pc:picChg chg="mod">
          <ac:chgData name="Emanuele Artusi" userId="e07f9cc4-090e-48e6-8f87-fbcfb99436e6" providerId="ADAL" clId="{609E346F-E64D-4089-B364-02140BAE0A06}" dt="2026-10-08T11:29:28.842" v="767"/>
          <ac:picMkLst>
            <pc:docMk/>
            <pc:sldMk cId="0" sldId="257"/>
            <ac:picMk id="31" creationId="{8A97D09D-CFB4-9C35-7722-2EC4C0B98A2B}"/>
          </ac:picMkLst>
        </pc:picChg>
      </pc:sldChg>
      <pc:sldChg chg="addSp delSp modSp del mod modTransition">
        <pc:chgData name="Emanuele Artusi" userId="e07f9cc4-090e-48e6-8f87-fbcfb99436e6" providerId="ADAL" clId="{609E346F-E64D-4089-B364-02140BAE0A06}" dt="2026-10-13T11:51:56.683" v="944" actId="2696"/>
        <pc:sldMkLst>
          <pc:docMk/>
          <pc:sldMk cId="0" sldId="260"/>
        </pc:sldMkLst>
      </pc:sldChg>
      <pc:sldChg chg="addSp delSp modSp mod modTransition">
        <pc:chgData name="Emanuele Artusi" userId="e07f9cc4-090e-48e6-8f87-fbcfb99436e6" providerId="ADAL" clId="{609E346F-E64D-4089-B364-02140BAE0A06}" dt="2026-10-13T23:27:22.584" v="1560" actId="14100"/>
        <pc:sldMkLst>
          <pc:docMk/>
          <pc:sldMk cId="0" sldId="261"/>
        </pc:sldMkLst>
        <pc:spChg chg="mod">
          <ac:chgData name="Emanuele Artusi" userId="e07f9cc4-090e-48e6-8f87-fbcfb99436e6" providerId="ADAL" clId="{609E346F-E64D-4089-B364-02140BAE0A06}" dt="2026-10-13T23:23:58.251" v="1555" actId="1076"/>
          <ac:spMkLst>
            <pc:docMk/>
            <pc:sldMk cId="0" sldId="261"/>
            <ac:spMk id="4" creationId="{4F0E64AA-EAD2-BA07-0682-38706263EE4F}"/>
          </ac:spMkLst>
        </pc:spChg>
        <pc:spChg chg="mod">
          <ac:chgData name="Emanuele Artusi" userId="e07f9cc4-090e-48e6-8f87-fbcfb99436e6" providerId="ADAL" clId="{609E346F-E64D-4089-B364-02140BAE0A06}" dt="2026-10-13T23:24:13.276" v="1557" actId="12"/>
          <ac:spMkLst>
            <pc:docMk/>
            <pc:sldMk cId="0" sldId="261"/>
            <ac:spMk id="6" creationId="{716BDCAF-7C1D-7BE5-5259-2FB126D5CBBF}"/>
          </ac:spMkLst>
        </pc:spChg>
        <pc:spChg chg="mod">
          <ac:chgData name="Emanuele Artusi" userId="e07f9cc4-090e-48e6-8f87-fbcfb99436e6" providerId="ADAL" clId="{609E346F-E64D-4089-B364-02140BAE0A06}" dt="2026-10-08T11:29:57.789" v="776"/>
          <ac:spMkLst>
            <pc:docMk/>
            <pc:sldMk cId="0" sldId="261"/>
            <ac:spMk id="12" creationId="{49BE378A-1AA4-8669-0EE0-4F31A7628649}"/>
          </ac:spMkLst>
        </pc:spChg>
        <pc:spChg chg="mod">
          <ac:chgData name="Emanuele Artusi" userId="e07f9cc4-090e-48e6-8f87-fbcfb99436e6" providerId="ADAL" clId="{609E346F-E64D-4089-B364-02140BAE0A06}" dt="2026-10-08T11:29:57.789" v="776"/>
          <ac:spMkLst>
            <pc:docMk/>
            <pc:sldMk cId="0" sldId="261"/>
            <ac:spMk id="14" creationId="{35E92B08-FC03-BD98-FA57-E63E8D3C2B30}"/>
          </ac:spMkLst>
        </pc:spChg>
        <pc:spChg chg="mod">
          <ac:chgData name="Emanuele Artusi" userId="e07f9cc4-090e-48e6-8f87-fbcfb99436e6" providerId="ADAL" clId="{609E346F-E64D-4089-B364-02140BAE0A06}" dt="2026-10-08T11:29:57.789" v="776"/>
          <ac:spMkLst>
            <pc:docMk/>
            <pc:sldMk cId="0" sldId="261"/>
            <ac:spMk id="16" creationId="{1F12718E-4F96-2B44-4972-2A9422FC0474}"/>
          </ac:spMkLst>
        </pc:spChg>
        <pc:spChg chg="mod">
          <ac:chgData name="Emanuele Artusi" userId="e07f9cc4-090e-48e6-8f87-fbcfb99436e6" providerId="ADAL" clId="{609E346F-E64D-4089-B364-02140BAE0A06}" dt="2026-10-13T21:58:19.106" v="1196" actId="113"/>
          <ac:spMkLst>
            <pc:docMk/>
            <pc:sldMk cId="0" sldId="261"/>
            <ac:spMk id="150" creationId="{00000000-0000-0000-0000-000000000000}"/>
          </ac:spMkLst>
        </pc:spChg>
        <pc:grpChg chg="add mod ord">
          <ac:chgData name="Emanuele Artusi" userId="e07f9cc4-090e-48e6-8f87-fbcfb99436e6" providerId="ADAL" clId="{609E346F-E64D-4089-B364-02140BAE0A06}" dt="2026-10-08T11:29:59.757" v="777" actId="167"/>
          <ac:grpSpMkLst>
            <pc:docMk/>
            <pc:sldMk cId="0" sldId="261"/>
            <ac:grpSpMk id="10" creationId="{D65C96A1-6E6F-A92F-EFB7-1C40AD76AF52}"/>
          </ac:grpSpMkLst>
        </pc:grpChg>
        <pc:grpChg chg="mod">
          <ac:chgData name="Emanuele Artusi" userId="e07f9cc4-090e-48e6-8f87-fbcfb99436e6" providerId="ADAL" clId="{609E346F-E64D-4089-B364-02140BAE0A06}" dt="2026-10-08T11:29:57.789" v="776"/>
          <ac:grpSpMkLst>
            <pc:docMk/>
            <pc:sldMk cId="0" sldId="261"/>
            <ac:grpSpMk id="15" creationId="{5AF96DB8-4E3F-5D88-4367-F4FDA94745D5}"/>
          </ac:grpSpMkLst>
        </pc:grpChg>
        <pc:picChg chg="mod modCrop">
          <ac:chgData name="Emanuele Artusi" userId="e07f9cc4-090e-48e6-8f87-fbcfb99436e6" providerId="ADAL" clId="{609E346F-E64D-4089-B364-02140BAE0A06}" dt="2026-10-13T23:27:22.584" v="1560" actId="14100"/>
          <ac:picMkLst>
            <pc:docMk/>
            <pc:sldMk cId="0" sldId="261"/>
            <ac:picMk id="2" creationId="{AAD2AC21-E0B7-878B-380A-681475BA2437}"/>
          </ac:picMkLst>
        </pc:picChg>
        <pc:picChg chg="mod">
          <ac:chgData name="Emanuele Artusi" userId="e07f9cc4-090e-48e6-8f87-fbcfb99436e6" providerId="ADAL" clId="{609E346F-E64D-4089-B364-02140BAE0A06}" dt="2026-10-13T23:23:45.196" v="1552" actId="1440"/>
          <ac:picMkLst>
            <pc:docMk/>
            <pc:sldMk cId="0" sldId="261"/>
            <ac:picMk id="3" creationId="{975E8F67-44C4-AC1B-A475-E26CA54F86C7}"/>
          </ac:picMkLst>
        </pc:picChg>
        <pc:picChg chg="mod">
          <ac:chgData name="Emanuele Artusi" userId="e07f9cc4-090e-48e6-8f87-fbcfb99436e6" providerId="ADAL" clId="{609E346F-E64D-4089-B364-02140BAE0A06}" dt="2026-10-08T11:29:57.789" v="776"/>
          <ac:picMkLst>
            <pc:docMk/>
            <pc:sldMk cId="0" sldId="261"/>
            <ac:picMk id="13" creationId="{71CD0066-5378-B318-AD12-2E999AE464CD}"/>
          </ac:picMkLst>
        </pc:picChg>
        <pc:picChg chg="mod">
          <ac:chgData name="Emanuele Artusi" userId="e07f9cc4-090e-48e6-8f87-fbcfb99436e6" providerId="ADAL" clId="{609E346F-E64D-4089-B364-02140BAE0A06}" dt="2026-10-08T11:29:57.789" v="776"/>
          <ac:picMkLst>
            <pc:docMk/>
            <pc:sldMk cId="0" sldId="261"/>
            <ac:picMk id="17" creationId="{C1BEECAF-692F-07E9-D64A-132C30B0D39C}"/>
          </ac:picMkLst>
        </pc:picChg>
      </pc:sldChg>
      <pc:sldChg chg="addSp delSp modSp mod modTransition modNotesTx">
        <pc:chgData name="Emanuele Artusi" userId="e07f9cc4-090e-48e6-8f87-fbcfb99436e6" providerId="ADAL" clId="{609E346F-E64D-4089-B364-02140BAE0A06}" dt="2026-10-13T21:58:04.030" v="1194" actId="113"/>
        <pc:sldMkLst>
          <pc:docMk/>
          <pc:sldMk cId="1108733334" sldId="264"/>
        </pc:sldMkLst>
        <pc:spChg chg="mod">
          <ac:chgData name="Emanuele Artusi" userId="e07f9cc4-090e-48e6-8f87-fbcfb99436e6" providerId="ADAL" clId="{609E346F-E64D-4089-B364-02140BAE0A06}" dt="2026-10-08T11:29:40.720" v="770"/>
          <ac:spMkLst>
            <pc:docMk/>
            <pc:sldMk cId="1108733334" sldId="264"/>
            <ac:spMk id="11" creationId="{8BC12677-5DEE-04D5-F278-3D991F8DABDD}"/>
          </ac:spMkLst>
        </pc:spChg>
        <pc:spChg chg="mod">
          <ac:chgData name="Emanuele Artusi" userId="e07f9cc4-090e-48e6-8f87-fbcfb99436e6" providerId="ADAL" clId="{609E346F-E64D-4089-B364-02140BAE0A06}" dt="2026-10-08T11:29:40.720" v="770"/>
          <ac:spMkLst>
            <pc:docMk/>
            <pc:sldMk cId="1108733334" sldId="264"/>
            <ac:spMk id="13" creationId="{7A3804C9-4262-8EFA-80F0-C91684647927}"/>
          </ac:spMkLst>
        </pc:spChg>
        <pc:spChg chg="mod">
          <ac:chgData name="Emanuele Artusi" userId="e07f9cc4-090e-48e6-8f87-fbcfb99436e6" providerId="ADAL" clId="{609E346F-E64D-4089-B364-02140BAE0A06}" dt="2026-10-08T11:29:40.720" v="770"/>
          <ac:spMkLst>
            <pc:docMk/>
            <pc:sldMk cId="1108733334" sldId="264"/>
            <ac:spMk id="15" creationId="{E46B0213-3034-7EB0-CFCD-26E7051A3234}"/>
          </ac:spMkLst>
        </pc:spChg>
        <pc:spChg chg="mod">
          <ac:chgData name="Emanuele Artusi" userId="e07f9cc4-090e-48e6-8f87-fbcfb99436e6" providerId="ADAL" clId="{609E346F-E64D-4089-B364-02140BAE0A06}" dt="2026-10-13T21:58:04.030" v="1194" actId="113"/>
          <ac:spMkLst>
            <pc:docMk/>
            <pc:sldMk cId="1108733334" sldId="264"/>
            <ac:spMk id="123" creationId="{D7A85DF3-02C1-81D9-1A55-A7E2C4EC10FD}"/>
          </ac:spMkLst>
        </pc:spChg>
        <pc:grpChg chg="add mod ord">
          <ac:chgData name="Emanuele Artusi" userId="e07f9cc4-090e-48e6-8f87-fbcfb99436e6" providerId="ADAL" clId="{609E346F-E64D-4089-B364-02140BAE0A06}" dt="2026-10-08T11:29:44.508" v="771" actId="167"/>
          <ac:grpSpMkLst>
            <pc:docMk/>
            <pc:sldMk cId="1108733334" sldId="264"/>
            <ac:grpSpMk id="10" creationId="{56387BEA-C97C-F9D2-5D25-7AC262C95014}"/>
          </ac:grpSpMkLst>
        </pc:grpChg>
        <pc:grpChg chg="mod">
          <ac:chgData name="Emanuele Artusi" userId="e07f9cc4-090e-48e6-8f87-fbcfb99436e6" providerId="ADAL" clId="{609E346F-E64D-4089-B364-02140BAE0A06}" dt="2026-10-08T11:29:40.720" v="770"/>
          <ac:grpSpMkLst>
            <pc:docMk/>
            <pc:sldMk cId="1108733334" sldId="264"/>
            <ac:grpSpMk id="14" creationId="{465DDDDF-2459-40C9-3BC0-FF860570883B}"/>
          </ac:grpSpMkLst>
        </pc:grpChg>
        <pc:picChg chg="add mod">
          <ac:chgData name="Emanuele Artusi" userId="e07f9cc4-090e-48e6-8f87-fbcfb99436e6" providerId="ADAL" clId="{609E346F-E64D-4089-B364-02140BAE0A06}" dt="2026-10-13T15:12:50.347" v="967"/>
          <ac:picMkLst>
            <pc:docMk/>
            <pc:sldMk cId="1108733334" sldId="264"/>
            <ac:picMk id="3" creationId="{873A10FA-B60B-4C57-19CE-1A68A7607C67}"/>
          </ac:picMkLst>
        </pc:picChg>
        <pc:picChg chg="mod">
          <ac:chgData name="Emanuele Artusi" userId="e07f9cc4-090e-48e6-8f87-fbcfb99436e6" providerId="ADAL" clId="{609E346F-E64D-4089-B364-02140BAE0A06}" dt="2026-10-08T11:29:40.720" v="770"/>
          <ac:picMkLst>
            <pc:docMk/>
            <pc:sldMk cId="1108733334" sldId="264"/>
            <ac:picMk id="12" creationId="{E1390789-4CEC-CDA1-3883-78EF7391EBD4}"/>
          </ac:picMkLst>
        </pc:picChg>
        <pc:picChg chg="mod">
          <ac:chgData name="Emanuele Artusi" userId="e07f9cc4-090e-48e6-8f87-fbcfb99436e6" providerId="ADAL" clId="{609E346F-E64D-4089-B364-02140BAE0A06}" dt="2026-10-08T11:29:40.720" v="770"/>
          <ac:picMkLst>
            <pc:docMk/>
            <pc:sldMk cId="1108733334" sldId="264"/>
            <ac:picMk id="16" creationId="{97AC92B7-517B-CBF3-2A8B-AB41E3F65F88}"/>
          </ac:picMkLst>
        </pc:picChg>
      </pc:sldChg>
      <pc:sldChg chg="addSp delSp modSp mod modTransition">
        <pc:chgData name="Emanuele Artusi" userId="e07f9cc4-090e-48e6-8f87-fbcfb99436e6" providerId="ADAL" clId="{609E346F-E64D-4089-B364-02140BAE0A06}" dt="2026-10-13T23:16:49.358" v="1542"/>
        <pc:sldMkLst>
          <pc:docMk/>
          <pc:sldMk cId="2733955260" sldId="265"/>
        </pc:sldMkLst>
        <pc:spChg chg="mod">
          <ac:chgData name="Emanuele Artusi" userId="e07f9cc4-090e-48e6-8f87-fbcfb99436e6" providerId="ADAL" clId="{609E346F-E64D-4089-B364-02140BAE0A06}" dt="2026-10-08T11:29:50.223" v="773"/>
          <ac:spMkLst>
            <pc:docMk/>
            <pc:sldMk cId="2733955260" sldId="265"/>
            <ac:spMk id="13" creationId="{65654F32-9EDB-FE41-EF94-C423FD85F721}"/>
          </ac:spMkLst>
        </pc:spChg>
        <pc:spChg chg="mod">
          <ac:chgData name="Emanuele Artusi" userId="e07f9cc4-090e-48e6-8f87-fbcfb99436e6" providerId="ADAL" clId="{609E346F-E64D-4089-B364-02140BAE0A06}" dt="2026-10-08T11:29:50.223" v="773"/>
          <ac:spMkLst>
            <pc:docMk/>
            <pc:sldMk cId="2733955260" sldId="265"/>
            <ac:spMk id="15" creationId="{3F936F08-5236-60ED-CBAC-5561D90FC2E1}"/>
          </ac:spMkLst>
        </pc:spChg>
        <pc:spChg chg="mod">
          <ac:chgData name="Emanuele Artusi" userId="e07f9cc4-090e-48e6-8f87-fbcfb99436e6" providerId="ADAL" clId="{609E346F-E64D-4089-B364-02140BAE0A06}" dt="2026-10-08T11:29:50.223" v="773"/>
          <ac:spMkLst>
            <pc:docMk/>
            <pc:sldMk cId="2733955260" sldId="265"/>
            <ac:spMk id="17" creationId="{FD0EAD28-A1DE-7828-A68E-1528EF02E3F4}"/>
          </ac:spMkLst>
        </pc:spChg>
        <pc:spChg chg="mod">
          <ac:chgData name="Emanuele Artusi" userId="e07f9cc4-090e-48e6-8f87-fbcfb99436e6" providerId="ADAL" clId="{609E346F-E64D-4089-B364-02140BAE0A06}" dt="2026-10-13T21:58:11.097" v="1195" actId="113"/>
          <ac:spMkLst>
            <pc:docMk/>
            <pc:sldMk cId="2733955260" sldId="265"/>
            <ac:spMk id="123" creationId="{686348DA-20D9-71D2-05CE-C423FFC53873}"/>
          </ac:spMkLst>
        </pc:spChg>
        <pc:grpChg chg="add mod ord">
          <ac:chgData name="Emanuele Artusi" userId="e07f9cc4-090e-48e6-8f87-fbcfb99436e6" providerId="ADAL" clId="{609E346F-E64D-4089-B364-02140BAE0A06}" dt="2026-10-08T11:29:52.402" v="774" actId="167"/>
          <ac:grpSpMkLst>
            <pc:docMk/>
            <pc:sldMk cId="2733955260" sldId="265"/>
            <ac:grpSpMk id="12" creationId="{386A2A4F-DFFB-1F36-7833-12A91BCE14A1}"/>
          </ac:grpSpMkLst>
        </pc:grpChg>
        <pc:grpChg chg="mod">
          <ac:chgData name="Emanuele Artusi" userId="e07f9cc4-090e-48e6-8f87-fbcfb99436e6" providerId="ADAL" clId="{609E346F-E64D-4089-B364-02140BAE0A06}" dt="2026-10-08T11:29:50.223" v="773"/>
          <ac:grpSpMkLst>
            <pc:docMk/>
            <pc:sldMk cId="2733955260" sldId="265"/>
            <ac:grpSpMk id="16" creationId="{F9A5DE94-CA01-1E34-5B30-320DDFFA7703}"/>
          </ac:grpSpMkLst>
        </pc:grpChg>
        <pc:picChg chg="add mod">
          <ac:chgData name="Emanuele Artusi" userId="e07f9cc4-090e-48e6-8f87-fbcfb99436e6" providerId="ADAL" clId="{609E346F-E64D-4089-B364-02140BAE0A06}" dt="2026-10-13T23:16:49.358" v="1542"/>
          <ac:picMkLst>
            <pc:docMk/>
            <pc:sldMk cId="2733955260" sldId="265"/>
            <ac:picMk id="3" creationId="{1E34CD6A-A6BB-399F-A438-B1F5BC183F8C}"/>
          </ac:picMkLst>
        </pc:picChg>
        <pc:picChg chg="mod">
          <ac:chgData name="Emanuele Artusi" userId="e07f9cc4-090e-48e6-8f87-fbcfb99436e6" providerId="ADAL" clId="{609E346F-E64D-4089-B364-02140BAE0A06}" dt="2026-10-08T11:29:50.223" v="773"/>
          <ac:picMkLst>
            <pc:docMk/>
            <pc:sldMk cId="2733955260" sldId="265"/>
            <ac:picMk id="14" creationId="{38F502D4-9ADF-4AE0-6960-C850D10C2BC5}"/>
          </ac:picMkLst>
        </pc:picChg>
        <pc:picChg chg="mod">
          <ac:chgData name="Emanuele Artusi" userId="e07f9cc4-090e-48e6-8f87-fbcfb99436e6" providerId="ADAL" clId="{609E346F-E64D-4089-B364-02140BAE0A06}" dt="2026-10-08T11:29:50.223" v="773"/>
          <ac:picMkLst>
            <pc:docMk/>
            <pc:sldMk cId="2733955260" sldId="265"/>
            <ac:picMk id="18" creationId="{112457F0-150B-5CA7-92CF-BA98B4A54F68}"/>
          </ac:picMkLst>
        </pc:picChg>
      </pc:sldChg>
      <pc:sldChg chg="addSp delSp modSp mod modTransition modNotesTx">
        <pc:chgData name="Emanuele Artusi" userId="e07f9cc4-090e-48e6-8f87-fbcfb99436e6" providerId="ADAL" clId="{609E346F-E64D-4089-B364-02140BAE0A06}" dt="2026-10-13T23:41:53.324" v="1590" actId="1076"/>
        <pc:sldMkLst>
          <pc:docMk/>
          <pc:sldMk cId="729301992" sldId="267"/>
        </pc:sldMkLst>
        <pc:spChg chg="mod">
          <ac:chgData name="Emanuele Artusi" userId="e07f9cc4-090e-48e6-8f87-fbcfb99436e6" providerId="ADAL" clId="{609E346F-E64D-4089-B364-02140BAE0A06}" dt="2026-10-13T23:41:51.058" v="1589" actId="1076"/>
          <ac:spMkLst>
            <pc:docMk/>
            <pc:sldMk cId="729301992" sldId="267"/>
            <ac:spMk id="5" creationId="{676BD69E-711B-A73F-12F2-084F22AC37C8}"/>
          </ac:spMkLst>
        </pc:spChg>
        <pc:spChg chg="mod">
          <ac:chgData name="Emanuele Artusi" userId="e07f9cc4-090e-48e6-8f87-fbcfb99436e6" providerId="ADAL" clId="{609E346F-E64D-4089-B364-02140BAE0A06}" dt="2026-10-08T11:30:08.021" v="779"/>
          <ac:spMkLst>
            <pc:docMk/>
            <pc:sldMk cId="729301992" sldId="267"/>
            <ac:spMk id="9" creationId="{33F6AA10-7641-2EAD-8BEB-A0BA2DDD7498}"/>
          </ac:spMkLst>
        </pc:spChg>
        <pc:spChg chg="mod">
          <ac:chgData name="Emanuele Artusi" userId="e07f9cc4-090e-48e6-8f87-fbcfb99436e6" providerId="ADAL" clId="{609E346F-E64D-4089-B364-02140BAE0A06}" dt="2026-10-08T11:30:08.021" v="779"/>
          <ac:spMkLst>
            <pc:docMk/>
            <pc:sldMk cId="729301992" sldId="267"/>
            <ac:spMk id="11" creationId="{C4302943-5EBF-1507-CEC1-C6E395B5123F}"/>
          </ac:spMkLst>
        </pc:spChg>
        <pc:spChg chg="mod">
          <ac:chgData name="Emanuele Artusi" userId="e07f9cc4-090e-48e6-8f87-fbcfb99436e6" providerId="ADAL" clId="{609E346F-E64D-4089-B364-02140BAE0A06}" dt="2026-10-08T11:30:08.021" v="779"/>
          <ac:spMkLst>
            <pc:docMk/>
            <pc:sldMk cId="729301992" sldId="267"/>
            <ac:spMk id="13" creationId="{2C4F2961-F388-F601-9D9C-2A3E676E9CD3}"/>
          </ac:spMkLst>
        </pc:spChg>
        <pc:spChg chg="mod">
          <ac:chgData name="Emanuele Artusi" userId="e07f9cc4-090e-48e6-8f87-fbcfb99436e6" providerId="ADAL" clId="{609E346F-E64D-4089-B364-02140BAE0A06}" dt="2026-10-13T21:59:32.828" v="1205" actId="2711"/>
          <ac:spMkLst>
            <pc:docMk/>
            <pc:sldMk cId="729301992" sldId="267"/>
            <ac:spMk id="150" creationId="{6AC0D985-B3CC-95AA-A417-74AD60E57D1E}"/>
          </ac:spMkLst>
        </pc:spChg>
        <pc:grpChg chg="add mod ord">
          <ac:chgData name="Emanuele Artusi" userId="e07f9cc4-090e-48e6-8f87-fbcfb99436e6" providerId="ADAL" clId="{609E346F-E64D-4089-B364-02140BAE0A06}" dt="2026-10-08T11:30:10.613" v="780" actId="167"/>
          <ac:grpSpMkLst>
            <pc:docMk/>
            <pc:sldMk cId="729301992" sldId="267"/>
            <ac:grpSpMk id="8" creationId="{95FDEE74-278C-EE23-2B3A-CBC24C801FF6}"/>
          </ac:grpSpMkLst>
        </pc:grpChg>
        <pc:grpChg chg="mod">
          <ac:chgData name="Emanuele Artusi" userId="e07f9cc4-090e-48e6-8f87-fbcfb99436e6" providerId="ADAL" clId="{609E346F-E64D-4089-B364-02140BAE0A06}" dt="2026-10-08T11:30:08.021" v="779"/>
          <ac:grpSpMkLst>
            <pc:docMk/>
            <pc:sldMk cId="729301992" sldId="267"/>
            <ac:grpSpMk id="12" creationId="{FF4F7D85-AD71-02E8-1004-A16FB6AAEBFB}"/>
          </ac:grpSpMkLst>
        </pc:grpChg>
        <pc:picChg chg="mod">
          <ac:chgData name="Emanuele Artusi" userId="e07f9cc4-090e-48e6-8f87-fbcfb99436e6" providerId="ADAL" clId="{609E346F-E64D-4089-B364-02140BAE0A06}" dt="2026-10-13T23:41:53.324" v="1590" actId="1076"/>
          <ac:picMkLst>
            <pc:docMk/>
            <pc:sldMk cId="729301992" sldId="267"/>
            <ac:picMk id="2" creationId="{3E5C6EB5-8C32-3626-2E26-770D3F359A9C}"/>
          </ac:picMkLst>
        </pc:picChg>
        <pc:picChg chg="mod">
          <ac:chgData name="Emanuele Artusi" userId="e07f9cc4-090e-48e6-8f87-fbcfb99436e6" providerId="ADAL" clId="{609E346F-E64D-4089-B364-02140BAE0A06}" dt="2026-10-08T11:30:08.021" v="779"/>
          <ac:picMkLst>
            <pc:docMk/>
            <pc:sldMk cId="729301992" sldId="267"/>
            <ac:picMk id="10" creationId="{0B91FBFC-3088-C9B7-B985-29B0E20B131A}"/>
          </ac:picMkLst>
        </pc:picChg>
        <pc:picChg chg="mod">
          <ac:chgData name="Emanuele Artusi" userId="e07f9cc4-090e-48e6-8f87-fbcfb99436e6" providerId="ADAL" clId="{609E346F-E64D-4089-B364-02140BAE0A06}" dt="2026-10-08T11:30:08.021" v="779"/>
          <ac:picMkLst>
            <pc:docMk/>
            <pc:sldMk cId="729301992" sldId="267"/>
            <ac:picMk id="14" creationId="{F751B0E6-74C4-85EB-E4A6-4BEDBA20CBF2}"/>
          </ac:picMkLst>
        </pc:picChg>
      </pc:sldChg>
      <pc:sldChg chg="modSp add del mod modTransition">
        <pc:chgData name="Emanuele Artusi" userId="e07f9cc4-090e-48e6-8f87-fbcfb99436e6" providerId="ADAL" clId="{609E346F-E64D-4089-B364-02140BAE0A06}" dt="2026-10-10T09:59:41.187" v="915"/>
        <pc:sldMkLst>
          <pc:docMk/>
          <pc:sldMk cId="1093685365" sldId="268"/>
        </pc:sldMkLst>
        <pc:spChg chg="mod">
          <ac:chgData name="Emanuele Artusi" userId="e07f9cc4-090e-48e6-8f87-fbcfb99436e6" providerId="ADAL" clId="{609E346F-E64D-4089-B364-02140BAE0A06}" dt="2026-10-07T09:48:39.204" v="480" actId="2085"/>
          <ac:spMkLst>
            <pc:docMk/>
            <pc:sldMk cId="1093685365" sldId="268"/>
            <ac:spMk id="83" creationId="{435AFEED-93A9-0B8E-45BD-151AFDFD3161}"/>
          </ac:spMkLst>
        </pc:spChg>
        <pc:spChg chg="mod">
          <ac:chgData name="Emanuele Artusi" userId="e07f9cc4-090e-48e6-8f87-fbcfb99436e6" providerId="ADAL" clId="{609E346F-E64D-4089-B364-02140BAE0A06}" dt="2026-10-07T09:20:35.020" v="262" actId="790"/>
          <ac:spMkLst>
            <pc:docMk/>
            <pc:sldMk cId="1093685365" sldId="268"/>
            <ac:spMk id="84" creationId="{3809D0CD-491B-373F-75D2-82CBD8DCAE1B}"/>
          </ac:spMkLst>
        </pc:spChg>
        <pc:spChg chg="mod">
          <ac:chgData name="Emanuele Artusi" userId="e07f9cc4-090e-48e6-8f87-fbcfb99436e6" providerId="ADAL" clId="{609E346F-E64D-4089-B364-02140BAE0A06}" dt="2026-10-07T09:32:55.513" v="342"/>
          <ac:spMkLst>
            <pc:docMk/>
            <pc:sldMk cId="1093685365" sldId="268"/>
            <ac:spMk id="85" creationId="{9FB1C002-B1BC-E64C-1AC3-C9FEAF83357C}"/>
          </ac:spMkLst>
        </pc:spChg>
        <pc:spChg chg="mod">
          <ac:chgData name="Emanuele Artusi" userId="e07f9cc4-090e-48e6-8f87-fbcfb99436e6" providerId="ADAL" clId="{609E346F-E64D-4089-B364-02140BAE0A06}" dt="2026-10-07T09:20:35.020" v="262" actId="790"/>
          <ac:spMkLst>
            <pc:docMk/>
            <pc:sldMk cId="1093685365" sldId="268"/>
            <ac:spMk id="88" creationId="{7452E980-D371-B1D9-694D-79A7E4835845}"/>
          </ac:spMkLst>
        </pc:spChg>
        <pc:spChg chg="mod">
          <ac:chgData name="Emanuele Artusi" userId="e07f9cc4-090e-48e6-8f87-fbcfb99436e6" providerId="ADAL" clId="{609E346F-E64D-4089-B364-02140BAE0A06}" dt="2026-10-07T09:48:31.815" v="479" actId="2085"/>
          <ac:spMkLst>
            <pc:docMk/>
            <pc:sldMk cId="1093685365" sldId="268"/>
            <ac:spMk id="89" creationId="{BC6EFC4B-DA4F-F244-EE5C-D2CCBAC9AFA2}"/>
          </ac:spMkLst>
        </pc:spChg>
        <pc:spChg chg="mod">
          <ac:chgData name="Emanuele Artusi" userId="e07f9cc4-090e-48e6-8f87-fbcfb99436e6" providerId="ADAL" clId="{609E346F-E64D-4089-B364-02140BAE0A06}" dt="2026-10-07T09:20:35.020" v="262" actId="790"/>
          <ac:spMkLst>
            <pc:docMk/>
            <pc:sldMk cId="1093685365" sldId="268"/>
            <ac:spMk id="91" creationId="{2B4B7914-3FFA-5F2D-CBA9-68E2EE273599}"/>
          </ac:spMkLst>
        </pc:spChg>
        <pc:spChg chg="mod">
          <ac:chgData name="Emanuele Artusi" userId="e07f9cc4-090e-48e6-8f87-fbcfb99436e6" providerId="ADAL" clId="{609E346F-E64D-4089-B364-02140BAE0A06}" dt="2026-10-07T09:23:49.384" v="325" actId="1035"/>
          <ac:spMkLst>
            <pc:docMk/>
            <pc:sldMk cId="1093685365" sldId="268"/>
            <ac:spMk id="92" creationId="{F7525C53-CAFD-5036-29AC-0F23099DC981}"/>
          </ac:spMkLst>
        </pc:spChg>
        <pc:picChg chg="mod">
          <ac:chgData name="Emanuele Artusi" userId="e07f9cc4-090e-48e6-8f87-fbcfb99436e6" providerId="ADAL" clId="{609E346F-E64D-4089-B364-02140BAE0A06}" dt="2026-10-07T09:15:19.142" v="28" actId="14826"/>
          <ac:picMkLst>
            <pc:docMk/>
            <pc:sldMk cId="1093685365" sldId="268"/>
            <ac:picMk id="93" creationId="{508F893F-5668-2E07-BB0C-043962FE7A79}"/>
          </ac:picMkLst>
        </pc:picChg>
        <pc:cxnChg chg="mod">
          <ac:chgData name="Emanuele Artusi" userId="e07f9cc4-090e-48e6-8f87-fbcfb99436e6" providerId="ADAL" clId="{609E346F-E64D-4089-B364-02140BAE0A06}" dt="2026-10-07T09:17:47.407" v="124" actId="1036"/>
          <ac:cxnSpMkLst>
            <pc:docMk/>
            <pc:sldMk cId="1093685365" sldId="268"/>
            <ac:cxnSpMk id="86" creationId="{F99D362D-AFA4-3E2D-F36B-68DFD4A27947}"/>
          </ac:cxnSpMkLst>
        </pc:cxnChg>
        <pc:cxnChg chg="mod">
          <ac:chgData name="Emanuele Artusi" userId="e07f9cc4-090e-48e6-8f87-fbcfb99436e6" providerId="ADAL" clId="{609E346F-E64D-4089-B364-02140BAE0A06}" dt="2026-10-07T09:17:29.730" v="80" actId="1076"/>
          <ac:cxnSpMkLst>
            <pc:docMk/>
            <pc:sldMk cId="1093685365" sldId="268"/>
            <ac:cxnSpMk id="87" creationId="{E6B1B52E-EFA4-EFAB-8F57-163D717A3E3E}"/>
          </ac:cxnSpMkLst>
        </pc:cxnChg>
      </pc:sldChg>
      <pc:sldChg chg="addSp modSp add mod modTransition">
        <pc:chgData name="Emanuele Artusi" userId="e07f9cc4-090e-48e6-8f87-fbcfb99436e6" providerId="ADAL" clId="{609E346F-E64D-4089-B364-02140BAE0A06}" dt="2026-10-10T09:59:46.623" v="916"/>
        <pc:sldMkLst>
          <pc:docMk/>
          <pc:sldMk cId="3694051667" sldId="269"/>
        </pc:sldMkLst>
        <pc:spChg chg="mod">
          <ac:chgData name="Emanuele Artusi" userId="e07f9cc4-090e-48e6-8f87-fbcfb99436e6" providerId="ADAL" clId="{609E346F-E64D-4089-B364-02140BAE0A06}" dt="2026-10-07T09:47:32.606" v="467" actId="2085"/>
          <ac:spMkLst>
            <pc:docMk/>
            <pc:sldMk cId="3694051667" sldId="269"/>
            <ac:spMk id="83" creationId="{8A374FBF-81AE-4DDE-BD3B-B3599B82D487}"/>
          </ac:spMkLst>
        </pc:spChg>
        <pc:spChg chg="mod">
          <ac:chgData name="Emanuele Artusi" userId="e07f9cc4-090e-48e6-8f87-fbcfb99436e6" providerId="ADAL" clId="{609E346F-E64D-4089-B364-02140BAE0A06}" dt="2026-10-07T09:48:14.548" v="478" actId="1035"/>
          <ac:spMkLst>
            <pc:docMk/>
            <pc:sldMk cId="3694051667" sldId="269"/>
            <ac:spMk id="84" creationId="{222CE8A9-029B-FC48-736F-A1DCB05FF305}"/>
          </ac:spMkLst>
        </pc:spChg>
        <pc:spChg chg="mod">
          <ac:chgData name="Emanuele Artusi" userId="e07f9cc4-090e-48e6-8f87-fbcfb99436e6" providerId="ADAL" clId="{609E346F-E64D-4089-B364-02140BAE0A06}" dt="2026-10-07T09:32:51.309" v="341" actId="20577"/>
          <ac:spMkLst>
            <pc:docMk/>
            <pc:sldMk cId="3694051667" sldId="269"/>
            <ac:spMk id="85" creationId="{A90A09EA-725B-0230-8EDA-2FB49C8CA945}"/>
          </ac:spMkLst>
        </pc:spChg>
        <pc:spChg chg="mod">
          <ac:chgData name="Emanuele Artusi" userId="e07f9cc4-090e-48e6-8f87-fbcfb99436e6" providerId="ADAL" clId="{609E346F-E64D-4089-B364-02140BAE0A06}" dt="2026-10-08T11:26:21.566" v="675" actId="14100"/>
          <ac:spMkLst>
            <pc:docMk/>
            <pc:sldMk cId="3694051667" sldId="269"/>
            <ac:spMk id="88" creationId="{E829C7DA-E116-6685-35E8-02F4F9C3122E}"/>
          </ac:spMkLst>
        </pc:spChg>
        <pc:spChg chg="mod">
          <ac:chgData name="Emanuele Artusi" userId="e07f9cc4-090e-48e6-8f87-fbcfb99436e6" providerId="ADAL" clId="{609E346F-E64D-4089-B364-02140BAE0A06}" dt="2026-10-07T09:47:37.767" v="468" actId="2085"/>
          <ac:spMkLst>
            <pc:docMk/>
            <pc:sldMk cId="3694051667" sldId="269"/>
            <ac:spMk id="89" creationId="{9C3E214C-0460-7580-AADD-5E91495E8D52}"/>
          </ac:spMkLst>
        </pc:spChg>
        <pc:spChg chg="mod">
          <ac:chgData name="Emanuele Artusi" userId="e07f9cc4-090e-48e6-8f87-fbcfb99436e6" providerId="ADAL" clId="{609E346F-E64D-4089-B364-02140BAE0A06}" dt="2026-10-07T09:49:02.439" v="511" actId="20577"/>
          <ac:spMkLst>
            <pc:docMk/>
            <pc:sldMk cId="3694051667" sldId="269"/>
            <ac:spMk id="91" creationId="{BE54E0AD-37FE-25E6-38E2-E80374E305A0}"/>
          </ac:spMkLst>
        </pc:spChg>
        <pc:grpChg chg="add mod ord">
          <ac:chgData name="Emanuele Artusi" userId="e07f9cc4-090e-48e6-8f87-fbcfb99436e6" providerId="ADAL" clId="{609E346F-E64D-4089-B364-02140BAE0A06}" dt="2026-10-08T11:26:10.608" v="671" actId="14100"/>
          <ac:grpSpMkLst>
            <pc:docMk/>
            <pc:sldMk cId="3694051667" sldId="269"/>
            <ac:grpSpMk id="2" creationId="{CF65E37F-F710-E91B-B8CE-119253AED07F}"/>
          </ac:grpSpMkLst>
        </pc:grpChg>
        <pc:picChg chg="mod modCrop">
          <ac:chgData name="Emanuele Artusi" userId="e07f9cc4-090e-48e6-8f87-fbcfb99436e6" providerId="ADAL" clId="{609E346F-E64D-4089-B364-02140BAE0A06}" dt="2026-10-08T11:25:16.767" v="656" actId="164"/>
          <ac:picMkLst>
            <pc:docMk/>
            <pc:sldMk cId="3694051667" sldId="269"/>
            <ac:picMk id="93" creationId="{783B969F-EA15-3E30-6A72-3F01AC8FAED0}"/>
          </ac:picMkLst>
        </pc:picChg>
        <pc:picChg chg="mod">
          <ac:chgData name="Emanuele Artusi" userId="e07f9cc4-090e-48e6-8f87-fbcfb99436e6" providerId="ADAL" clId="{609E346F-E64D-4089-B364-02140BAE0A06}" dt="2026-10-07T09:58:55.832" v="527"/>
          <ac:picMkLst>
            <pc:docMk/>
            <pc:sldMk cId="3694051667" sldId="269"/>
            <ac:picMk id="94" creationId="{DA37823D-F754-5CBE-2674-D1170C0C470B}"/>
          </ac:picMkLst>
        </pc:picChg>
      </pc:sldChg>
      <pc:sldChg chg="modSp add mod modTransition">
        <pc:chgData name="Emanuele Artusi" userId="e07f9cc4-090e-48e6-8f87-fbcfb99436e6" providerId="ADAL" clId="{609E346F-E64D-4089-B364-02140BAE0A06}" dt="2026-10-14T00:04:01.799" v="2044" actId="20577"/>
        <pc:sldMkLst>
          <pc:docMk/>
          <pc:sldMk cId="3328477660" sldId="270"/>
        </pc:sldMkLst>
        <pc:spChg chg="mod">
          <ac:chgData name="Emanuele Artusi" userId="e07f9cc4-090e-48e6-8f87-fbcfb99436e6" providerId="ADAL" clId="{609E346F-E64D-4089-B364-02140BAE0A06}" dt="2026-10-14T00:04:01.799" v="2044" actId="20577"/>
          <ac:spMkLst>
            <pc:docMk/>
            <pc:sldMk cId="3328477660" sldId="270"/>
            <ac:spMk id="3" creationId="{22898EE2-F528-3DC4-8F57-EA5BD71B0C23}"/>
          </ac:spMkLst>
        </pc:spChg>
        <pc:spChg chg="mod">
          <ac:chgData name="Emanuele Artusi" userId="e07f9cc4-090e-48e6-8f87-fbcfb99436e6" providerId="ADAL" clId="{609E346F-E64D-4089-B364-02140BAE0A06}" dt="2026-10-13T22:01:08.141" v="1258" actId="14100"/>
          <ac:spMkLst>
            <pc:docMk/>
            <pc:sldMk cId="3328477660" sldId="270"/>
            <ac:spMk id="150" creationId="{82FBC77F-9D2B-51E1-0820-297E5502CA0E}"/>
          </ac:spMkLst>
        </pc:spChg>
        <pc:picChg chg="mod">
          <ac:chgData name="Emanuele Artusi" userId="e07f9cc4-090e-48e6-8f87-fbcfb99436e6" providerId="ADAL" clId="{609E346F-E64D-4089-B364-02140BAE0A06}" dt="2026-10-13T23:43:36.113" v="1597" actId="1076"/>
          <ac:picMkLst>
            <pc:docMk/>
            <pc:sldMk cId="3328477660" sldId="270"/>
            <ac:picMk id="2" creationId="{D870EC01-96EC-82A0-DF64-35D1D5E9D853}"/>
          </ac:picMkLst>
        </pc:picChg>
      </pc:sldChg>
      <pc:sldChg chg="addSp modSp add mod modTransition">
        <pc:chgData name="Emanuele Artusi" userId="e07f9cc4-090e-48e6-8f87-fbcfb99436e6" providerId="ADAL" clId="{609E346F-E64D-4089-B364-02140BAE0A06}" dt="2026-10-14T00:02:44.700" v="2043" actId="1035"/>
        <pc:sldMkLst>
          <pc:docMk/>
          <pc:sldMk cId="2385642429" sldId="271"/>
        </pc:sldMkLst>
        <pc:spChg chg="add mod">
          <ac:chgData name="Emanuele Artusi" userId="e07f9cc4-090e-48e6-8f87-fbcfb99436e6" providerId="ADAL" clId="{609E346F-E64D-4089-B364-02140BAE0A06}" dt="2026-10-14T00:02:44.700" v="2043" actId="1035"/>
          <ac:spMkLst>
            <pc:docMk/>
            <pc:sldMk cId="2385642429" sldId="271"/>
            <ac:spMk id="2" creationId="{1B8DE61C-6E7C-B834-C745-1EE843BF6D91}"/>
          </ac:spMkLst>
        </pc:spChg>
        <pc:spChg chg="add mod">
          <ac:chgData name="Emanuele Artusi" userId="e07f9cc4-090e-48e6-8f87-fbcfb99436e6" providerId="ADAL" clId="{609E346F-E64D-4089-B364-02140BAE0A06}" dt="2026-10-14T00:02:21.296" v="2036" actId="1035"/>
          <ac:spMkLst>
            <pc:docMk/>
            <pc:sldMk cId="2385642429" sldId="271"/>
            <ac:spMk id="4" creationId="{2C89F57F-5A65-09C0-0286-B455B991B61E}"/>
          </ac:spMkLst>
        </pc:spChg>
        <pc:spChg chg="mod">
          <ac:chgData name="Emanuele Artusi" userId="e07f9cc4-090e-48e6-8f87-fbcfb99436e6" providerId="ADAL" clId="{609E346F-E64D-4089-B364-02140BAE0A06}" dt="2026-10-13T22:23:05.916" v="1487" actId="20577"/>
          <ac:spMkLst>
            <pc:docMk/>
            <pc:sldMk cId="2385642429" sldId="271"/>
            <ac:spMk id="150" creationId="{BFE92597-D00C-E16D-9F7E-DB32F36EADFD}"/>
          </ac:spMkLst>
        </pc:spChg>
        <pc:picChg chg="add mod modCrop">
          <ac:chgData name="Emanuele Artusi" userId="e07f9cc4-090e-48e6-8f87-fbcfb99436e6" providerId="ADAL" clId="{609E346F-E64D-4089-B364-02140BAE0A06}" dt="2026-10-14T00:01:08.636" v="1974" actId="1076"/>
          <ac:picMkLst>
            <pc:docMk/>
            <pc:sldMk cId="2385642429" sldId="271"/>
            <ac:picMk id="3" creationId="{6F6005D1-F610-2491-CDFD-B22390BB5A5D}"/>
          </ac:picMkLst>
        </pc:picChg>
      </pc:sldChg>
      <pc:sldChg chg="addSp delSp modSp add mod modNotesTx">
        <pc:chgData name="Emanuele Artusi" userId="e07f9cc4-090e-48e6-8f87-fbcfb99436e6" providerId="ADAL" clId="{609E346F-E64D-4089-B364-02140BAE0A06}" dt="2026-10-14T00:07:25.866" v="2111" actId="20577"/>
        <pc:sldMkLst>
          <pc:docMk/>
          <pc:sldMk cId="443320083" sldId="272"/>
        </pc:sldMkLst>
        <pc:spChg chg="del mod">
          <ac:chgData name="Emanuele Artusi" userId="e07f9cc4-090e-48e6-8f87-fbcfb99436e6" providerId="ADAL" clId="{609E346F-E64D-4089-B364-02140BAE0A06}" dt="2026-10-13T20:49:01.479" v="990" actId="478"/>
          <ac:spMkLst>
            <pc:docMk/>
            <pc:sldMk cId="443320083" sldId="272"/>
            <ac:spMk id="3" creationId="{0487F7E0-445A-CA73-B2F1-33B2196FE45F}"/>
          </ac:spMkLst>
        </pc:spChg>
        <pc:spChg chg="del mod">
          <ac:chgData name="Emanuele Artusi" userId="e07f9cc4-090e-48e6-8f87-fbcfb99436e6" providerId="ADAL" clId="{609E346F-E64D-4089-B364-02140BAE0A06}" dt="2026-10-13T22:01:56.101" v="1265" actId="478"/>
          <ac:spMkLst>
            <pc:docMk/>
            <pc:sldMk cId="443320083" sldId="272"/>
            <ac:spMk id="4" creationId="{ADFBB378-5CB7-837C-7502-685FFA063447}"/>
          </ac:spMkLst>
        </pc:spChg>
        <pc:spChg chg="mod">
          <ac:chgData name="Emanuele Artusi" userId="e07f9cc4-090e-48e6-8f87-fbcfb99436e6" providerId="ADAL" clId="{609E346F-E64D-4089-B364-02140BAE0A06}" dt="2026-10-13T22:02:19.064" v="1276" actId="2711"/>
          <ac:spMkLst>
            <pc:docMk/>
            <pc:sldMk cId="443320083" sldId="272"/>
            <ac:spMk id="9" creationId="{367F4534-6F36-DC35-CE8D-79091D1F5F86}"/>
          </ac:spMkLst>
        </pc:spChg>
        <pc:spChg chg="add mod">
          <ac:chgData name="Emanuele Artusi" userId="e07f9cc4-090e-48e6-8f87-fbcfb99436e6" providerId="ADAL" clId="{609E346F-E64D-4089-B364-02140BAE0A06}" dt="2026-10-14T00:07:25.866" v="2111" actId="20577"/>
          <ac:spMkLst>
            <pc:docMk/>
            <pc:sldMk cId="443320083" sldId="272"/>
            <ac:spMk id="20" creationId="{DB747B83-A7F7-3B71-F96B-E13B5888E1D5}"/>
          </ac:spMkLst>
        </pc:spChg>
        <pc:spChg chg="mod">
          <ac:chgData name="Emanuele Artusi" userId="e07f9cc4-090e-48e6-8f87-fbcfb99436e6" providerId="ADAL" clId="{609E346F-E64D-4089-B364-02140BAE0A06}" dt="2026-10-13T22:02:54.911" v="1281" actId="255"/>
          <ac:spMkLst>
            <pc:docMk/>
            <pc:sldMk cId="443320083" sldId="272"/>
            <ac:spMk id="150" creationId="{580DE7FA-512B-EB08-0EC8-93D9514FAF94}"/>
          </ac:spMkLst>
        </pc:spChg>
        <pc:picChg chg="del">
          <ac:chgData name="Emanuele Artusi" userId="e07f9cc4-090e-48e6-8f87-fbcfb99436e6" providerId="ADAL" clId="{609E346F-E64D-4089-B364-02140BAE0A06}" dt="2026-10-13T20:45:50.327" v="979" actId="478"/>
          <ac:picMkLst>
            <pc:docMk/>
            <pc:sldMk cId="443320083" sldId="272"/>
            <ac:picMk id="5" creationId="{24E8B205-5EA8-CA1A-7A02-3AD7530561DD}"/>
          </ac:picMkLst>
        </pc:picChg>
        <pc:picChg chg="mod modCrop">
          <ac:chgData name="Emanuele Artusi" userId="e07f9cc4-090e-48e6-8f87-fbcfb99436e6" providerId="ADAL" clId="{609E346F-E64D-4089-B364-02140BAE0A06}" dt="2026-10-13T23:45:48.913" v="1606" actId="1076"/>
          <ac:picMkLst>
            <pc:docMk/>
            <pc:sldMk cId="443320083" sldId="272"/>
            <ac:picMk id="6" creationId="{37A38F87-039C-E4DA-6DF5-5A195293F9BF}"/>
          </ac:picMkLst>
        </pc:picChg>
        <pc:picChg chg="del mod">
          <ac:chgData name="Emanuele Artusi" userId="e07f9cc4-090e-48e6-8f87-fbcfb99436e6" providerId="ADAL" clId="{609E346F-E64D-4089-B364-02140BAE0A06}" dt="2026-10-13T20:46:04.859" v="981" actId="478"/>
          <ac:picMkLst>
            <pc:docMk/>
            <pc:sldMk cId="443320083" sldId="272"/>
            <ac:picMk id="7" creationId="{493FF1E1-24D7-A355-3302-D2BCDD168737}"/>
          </ac:picMkLst>
        </pc:picChg>
        <pc:picChg chg="add mod modCrop">
          <ac:chgData name="Emanuele Artusi" userId="e07f9cc4-090e-48e6-8f87-fbcfb99436e6" providerId="ADAL" clId="{609E346F-E64D-4089-B364-02140BAE0A06}" dt="2026-10-13T23:56:59.756" v="1902" actId="1440"/>
          <ac:picMkLst>
            <pc:docMk/>
            <pc:sldMk cId="443320083" sldId="272"/>
            <ac:picMk id="15" creationId="{65E4A8E7-11DA-BD54-B07C-A4A0B03E8CCC}"/>
          </ac:picMkLst>
        </pc:picChg>
        <pc:picChg chg="add del mod">
          <ac:chgData name="Emanuele Artusi" userId="e07f9cc4-090e-48e6-8f87-fbcfb99436e6" providerId="ADAL" clId="{609E346F-E64D-4089-B364-02140BAE0A06}" dt="2026-10-13T20:56:04.624" v="1017" actId="478"/>
          <ac:picMkLst>
            <pc:docMk/>
            <pc:sldMk cId="443320083" sldId="272"/>
            <ac:picMk id="17" creationId="{C9949193-091C-2821-221F-AFA6CD664219}"/>
          </ac:picMkLst>
        </pc:picChg>
        <pc:picChg chg="add del mod modCrop">
          <ac:chgData name="Emanuele Artusi" userId="e07f9cc4-090e-48e6-8f87-fbcfb99436e6" providerId="ADAL" clId="{609E346F-E64D-4089-B364-02140BAE0A06}" dt="2026-10-13T21:13:20.613" v="1037" actId="21"/>
          <ac:picMkLst>
            <pc:docMk/>
            <pc:sldMk cId="443320083" sldId="272"/>
            <ac:picMk id="19" creationId="{A94E7F21-4932-FB6E-F94B-3690E35456D6}"/>
          </ac:picMkLst>
        </pc:picChg>
      </pc:sldChg>
      <pc:sldChg chg="delSp modSp add mod">
        <pc:chgData name="Emanuele Artusi" userId="e07f9cc4-090e-48e6-8f87-fbcfb99436e6" providerId="ADAL" clId="{609E346F-E64D-4089-B364-02140BAE0A06}" dt="2026-10-14T00:23:16.710" v="2530" actId="1440"/>
        <pc:sldMkLst>
          <pc:docMk/>
          <pc:sldMk cId="3100560328" sldId="273"/>
        </pc:sldMkLst>
        <pc:spChg chg="mod">
          <ac:chgData name="Emanuele Artusi" userId="e07f9cc4-090e-48e6-8f87-fbcfb99436e6" providerId="ADAL" clId="{609E346F-E64D-4089-B364-02140BAE0A06}" dt="2026-10-13T22:04:47.101" v="1309" actId="2711"/>
          <ac:spMkLst>
            <pc:docMk/>
            <pc:sldMk cId="3100560328" sldId="273"/>
            <ac:spMk id="2" creationId="{7FFCADD8-D6DF-4131-9C2A-FD8B05AF5A4A}"/>
          </ac:spMkLst>
        </pc:spChg>
        <pc:spChg chg="mod">
          <ac:chgData name="Emanuele Artusi" userId="e07f9cc4-090e-48e6-8f87-fbcfb99436e6" providerId="ADAL" clId="{609E346F-E64D-4089-B364-02140BAE0A06}" dt="2026-10-14T00:21:12.923" v="2521" actId="6549"/>
          <ac:spMkLst>
            <pc:docMk/>
            <pc:sldMk cId="3100560328" sldId="273"/>
            <ac:spMk id="6" creationId="{D1DAF0D5-A4B4-4D53-A36F-892108F22F26}"/>
          </ac:spMkLst>
        </pc:spChg>
        <pc:spChg chg="mod">
          <ac:chgData name="Emanuele Artusi" userId="e07f9cc4-090e-48e6-8f87-fbcfb99436e6" providerId="ADAL" clId="{609E346F-E64D-4089-B364-02140BAE0A06}" dt="2026-10-13T22:04:47.101" v="1309" actId="2711"/>
          <ac:spMkLst>
            <pc:docMk/>
            <pc:sldMk cId="3100560328" sldId="273"/>
            <ac:spMk id="7" creationId="{68F0E617-31F3-F630-33B0-46BE26DB6C3B}"/>
          </ac:spMkLst>
        </pc:spChg>
        <pc:spChg chg="del mod">
          <ac:chgData name="Emanuele Artusi" userId="e07f9cc4-090e-48e6-8f87-fbcfb99436e6" providerId="ADAL" clId="{609E346F-E64D-4089-B364-02140BAE0A06}" dt="2026-10-13T22:04:05.585" v="1296" actId="478"/>
          <ac:spMkLst>
            <pc:docMk/>
            <pc:sldMk cId="3100560328" sldId="273"/>
            <ac:spMk id="20" creationId="{7C79754A-B7D9-2DDE-060C-75A5B34F142E}"/>
          </ac:spMkLst>
        </pc:spChg>
        <pc:spChg chg="mod">
          <ac:chgData name="Emanuele Artusi" userId="e07f9cc4-090e-48e6-8f87-fbcfb99436e6" providerId="ADAL" clId="{609E346F-E64D-4089-B364-02140BAE0A06}" dt="2026-10-13T22:04:24.318" v="1306" actId="113"/>
          <ac:spMkLst>
            <pc:docMk/>
            <pc:sldMk cId="3100560328" sldId="273"/>
            <ac:spMk id="150" creationId="{C87F8C82-8647-5CAD-017F-9F9E90B0DA16}"/>
          </ac:spMkLst>
        </pc:spChg>
        <pc:picChg chg="mod">
          <ac:chgData name="Emanuele Artusi" userId="e07f9cc4-090e-48e6-8f87-fbcfb99436e6" providerId="ADAL" clId="{609E346F-E64D-4089-B364-02140BAE0A06}" dt="2026-10-14T00:23:16.710" v="2530" actId="1440"/>
          <ac:picMkLst>
            <pc:docMk/>
            <pc:sldMk cId="3100560328" sldId="273"/>
            <ac:picMk id="29" creationId="{EE2FFFCC-D0C8-2AF4-29FD-C105E089C954}"/>
          </ac:picMkLst>
        </pc:picChg>
      </pc:sldChg>
      <pc:sldChg chg="delSp modSp add mod">
        <pc:chgData name="Emanuele Artusi" userId="e07f9cc4-090e-48e6-8f87-fbcfb99436e6" providerId="ADAL" clId="{609E346F-E64D-4089-B364-02140BAE0A06}" dt="2026-10-14T00:25:36.415" v="2543" actId="1076"/>
        <pc:sldMkLst>
          <pc:docMk/>
          <pc:sldMk cId="1985645298" sldId="274"/>
        </pc:sldMkLst>
        <pc:spChg chg="del mod">
          <ac:chgData name="Emanuele Artusi" userId="e07f9cc4-090e-48e6-8f87-fbcfb99436e6" providerId="ADAL" clId="{609E346F-E64D-4089-B364-02140BAE0A06}" dt="2026-10-13T22:05:49.027" v="1317" actId="478"/>
          <ac:spMkLst>
            <pc:docMk/>
            <pc:sldMk cId="1985645298" sldId="274"/>
            <ac:spMk id="6" creationId="{3889C7C9-52F9-CE6F-9DE1-8457BD042AAC}"/>
          </ac:spMkLst>
        </pc:spChg>
        <pc:spChg chg="mod">
          <ac:chgData name="Emanuele Artusi" userId="e07f9cc4-090e-48e6-8f87-fbcfb99436e6" providerId="ADAL" clId="{609E346F-E64D-4089-B364-02140BAE0A06}" dt="2026-10-13T22:06:01.430" v="1325" actId="113"/>
          <ac:spMkLst>
            <pc:docMk/>
            <pc:sldMk cId="1985645298" sldId="274"/>
            <ac:spMk id="150" creationId="{66008A30-64D6-E06F-F9DE-9AA1AB61126A}"/>
          </ac:spMkLst>
        </pc:spChg>
        <pc:picChg chg="mod">
          <ac:chgData name="Emanuele Artusi" userId="e07f9cc4-090e-48e6-8f87-fbcfb99436e6" providerId="ADAL" clId="{609E346F-E64D-4089-B364-02140BAE0A06}" dt="2026-10-14T00:25:32.334" v="2541" actId="1076"/>
          <ac:picMkLst>
            <pc:docMk/>
            <pc:sldMk cId="1985645298" sldId="274"/>
            <ac:picMk id="2" creationId="{33A2C2C6-5241-EC48-894A-E9271D6E62BC}"/>
          </ac:picMkLst>
        </pc:picChg>
        <pc:picChg chg="mod">
          <ac:chgData name="Emanuele Artusi" userId="e07f9cc4-090e-48e6-8f87-fbcfb99436e6" providerId="ADAL" clId="{609E346F-E64D-4089-B364-02140BAE0A06}" dt="2026-10-14T00:25:22.137" v="2537" actId="1076"/>
          <ac:picMkLst>
            <pc:docMk/>
            <pc:sldMk cId="1985645298" sldId="274"/>
            <ac:picMk id="3" creationId="{52852B77-6937-0BD1-8C3B-5EDB33BE498F}"/>
          </ac:picMkLst>
        </pc:picChg>
        <pc:picChg chg="mod">
          <ac:chgData name="Emanuele Artusi" userId="e07f9cc4-090e-48e6-8f87-fbcfb99436e6" providerId="ADAL" clId="{609E346F-E64D-4089-B364-02140BAE0A06}" dt="2026-10-14T00:25:36.415" v="2543" actId="1076"/>
          <ac:picMkLst>
            <pc:docMk/>
            <pc:sldMk cId="1985645298" sldId="274"/>
            <ac:picMk id="4" creationId="{AD6BE292-CE3A-08D8-8F00-1872C7E20709}"/>
          </ac:picMkLst>
        </pc:picChg>
      </pc:sldChg>
      <pc:sldChg chg="modSp mod">
        <pc:chgData name="Emanuele Artusi" userId="e07f9cc4-090e-48e6-8f87-fbcfb99436e6" providerId="ADAL" clId="{609E346F-E64D-4089-B364-02140BAE0A06}" dt="2026-10-13T23:38:47.456" v="1576" actId="12"/>
        <pc:sldMkLst>
          <pc:docMk/>
          <pc:sldMk cId="4024964821" sldId="277"/>
        </pc:sldMkLst>
        <pc:spChg chg="mod">
          <ac:chgData name="Emanuele Artusi" userId="e07f9cc4-090e-48e6-8f87-fbcfb99436e6" providerId="ADAL" clId="{609E346F-E64D-4089-B364-02140BAE0A06}" dt="2026-10-13T23:38:47.456" v="1576" actId="12"/>
          <ac:spMkLst>
            <pc:docMk/>
            <pc:sldMk cId="4024964821" sldId="277"/>
            <ac:spMk id="4" creationId="{2DD0E76D-E4BF-2C21-3C81-5620A919C984}"/>
          </ac:spMkLst>
        </pc:spChg>
        <pc:spChg chg="mod">
          <ac:chgData name="Emanuele Artusi" userId="e07f9cc4-090e-48e6-8f87-fbcfb99436e6" providerId="ADAL" clId="{609E346F-E64D-4089-B364-02140BAE0A06}" dt="2026-10-13T22:07:50.822" v="1327" actId="20577"/>
          <ac:spMkLst>
            <pc:docMk/>
            <pc:sldMk cId="4024964821" sldId="277"/>
            <ac:spMk id="150" creationId="{524B0B89-EE36-C05E-278B-A54948A2A403}"/>
          </ac:spMkLst>
        </pc:spChg>
        <pc:picChg chg="mod">
          <ac:chgData name="Emanuele Artusi" userId="e07f9cc4-090e-48e6-8f87-fbcfb99436e6" providerId="ADAL" clId="{609E346F-E64D-4089-B364-02140BAE0A06}" dt="2026-10-13T23:35:34.407" v="1570" actId="1076"/>
          <ac:picMkLst>
            <pc:docMk/>
            <pc:sldMk cId="4024964821" sldId="277"/>
            <ac:picMk id="7" creationId="{7F4A7843-0815-D881-8100-9FDC671C4EE7}"/>
          </ac:picMkLst>
        </pc:picChg>
        <pc:picChg chg="mod">
          <ac:chgData name="Emanuele Artusi" userId="e07f9cc4-090e-48e6-8f87-fbcfb99436e6" providerId="ADAL" clId="{609E346F-E64D-4089-B364-02140BAE0A06}" dt="2026-10-13T23:38:38.287" v="1575" actId="1440"/>
          <ac:picMkLst>
            <pc:docMk/>
            <pc:sldMk cId="4024964821" sldId="277"/>
            <ac:picMk id="9" creationId="{97CD38BD-F77F-F009-9CF0-D09C41E84DEA}"/>
          </ac:picMkLst>
        </pc:picChg>
      </pc:sldChg>
      <pc:sldChg chg="modSp mod">
        <pc:chgData name="Emanuele Artusi" userId="e07f9cc4-090e-48e6-8f87-fbcfb99436e6" providerId="ADAL" clId="{609E346F-E64D-4089-B364-02140BAE0A06}" dt="2026-10-13T23:39:23.953" v="1577" actId="12"/>
        <pc:sldMkLst>
          <pc:docMk/>
          <pc:sldMk cId="4019441846" sldId="278"/>
        </pc:sldMkLst>
        <pc:spChg chg="mod">
          <ac:chgData name="Emanuele Artusi" userId="e07f9cc4-090e-48e6-8f87-fbcfb99436e6" providerId="ADAL" clId="{609E346F-E64D-4089-B364-02140BAE0A06}" dt="2026-10-13T23:39:23.953" v="1577" actId="12"/>
          <ac:spMkLst>
            <pc:docMk/>
            <pc:sldMk cId="4019441846" sldId="278"/>
            <ac:spMk id="4" creationId="{2DD0E76D-E4BF-2C21-3C81-5620A919C984}"/>
          </ac:spMkLst>
        </pc:spChg>
        <pc:spChg chg="mod">
          <ac:chgData name="Emanuele Artusi" userId="e07f9cc4-090e-48e6-8f87-fbcfb99436e6" providerId="ADAL" clId="{609E346F-E64D-4089-B364-02140BAE0A06}" dt="2026-10-13T21:58:44.009" v="1198" actId="2711"/>
          <ac:spMkLst>
            <pc:docMk/>
            <pc:sldMk cId="4019441846" sldId="278"/>
            <ac:spMk id="150" creationId="{69046892-0C8D-6DA3-4F5F-80F223DC0B52}"/>
          </ac:spMkLst>
        </pc:spChg>
        <pc:picChg chg="mod">
          <ac:chgData name="Emanuele Artusi" userId="e07f9cc4-090e-48e6-8f87-fbcfb99436e6" providerId="ADAL" clId="{609E346F-E64D-4089-B364-02140BAE0A06}" dt="2026-10-13T23:32:51.946" v="1565" actId="1076"/>
          <ac:picMkLst>
            <pc:docMk/>
            <pc:sldMk cId="4019441846" sldId="278"/>
            <ac:picMk id="8" creationId="{3CB2F698-E7E4-2EDA-F841-AC3C66DDC470}"/>
          </ac:picMkLst>
        </pc:picChg>
      </pc:sldChg>
      <pc:sldChg chg="addSp delSp modSp add mod modNotesTx">
        <pc:chgData name="Emanuele Artusi" userId="e07f9cc4-090e-48e6-8f87-fbcfb99436e6" providerId="ADAL" clId="{609E346F-E64D-4089-B364-02140BAE0A06}" dt="2026-10-14T00:07:15.215" v="2110" actId="1076"/>
        <pc:sldMkLst>
          <pc:docMk/>
          <pc:sldMk cId="3665814571" sldId="279"/>
        </pc:sldMkLst>
        <pc:spChg chg="del">
          <ac:chgData name="Emanuele Artusi" userId="e07f9cc4-090e-48e6-8f87-fbcfb99436e6" providerId="ADAL" clId="{609E346F-E64D-4089-B364-02140BAE0A06}" dt="2026-10-13T20:46:42.749" v="987" actId="478"/>
          <ac:spMkLst>
            <pc:docMk/>
            <pc:sldMk cId="3665814571" sldId="279"/>
            <ac:spMk id="3" creationId="{C46796EA-0D5D-1EDB-9D4A-DEA229A63688}"/>
          </ac:spMkLst>
        </pc:spChg>
        <pc:spChg chg="add del mod">
          <ac:chgData name="Emanuele Artusi" userId="e07f9cc4-090e-48e6-8f87-fbcfb99436e6" providerId="ADAL" clId="{609E346F-E64D-4089-B364-02140BAE0A06}" dt="2026-10-13T22:03:15.196" v="1287" actId="478"/>
          <ac:spMkLst>
            <pc:docMk/>
            <pc:sldMk cId="3665814571" sldId="279"/>
            <ac:spMk id="4" creationId="{C3EEC73C-0F99-5BE0-C6D4-831FE0A814B7}"/>
          </ac:spMkLst>
        </pc:spChg>
        <pc:spChg chg="add mod">
          <ac:chgData name="Emanuele Artusi" userId="e07f9cc4-090e-48e6-8f87-fbcfb99436e6" providerId="ADAL" clId="{609E346F-E64D-4089-B364-02140BAE0A06}" dt="2026-10-13T22:03:10.822" v="1285"/>
          <ac:spMkLst>
            <pc:docMk/>
            <pc:sldMk cId="3665814571" sldId="279"/>
            <ac:spMk id="18" creationId="{7A2EE7D4-BFB6-E144-F0DE-6955051D4A52}"/>
          </ac:spMkLst>
        </pc:spChg>
        <pc:spChg chg="add mod">
          <ac:chgData name="Emanuele Artusi" userId="e07f9cc4-090e-48e6-8f87-fbcfb99436e6" providerId="ADAL" clId="{609E346F-E64D-4089-B364-02140BAE0A06}" dt="2026-10-13T22:03:15.585" v="1288"/>
          <ac:spMkLst>
            <pc:docMk/>
            <pc:sldMk cId="3665814571" sldId="279"/>
            <ac:spMk id="19" creationId="{6B070DBD-96D8-AD3E-C1A5-ACC8DBAFA80D}"/>
          </ac:spMkLst>
        </pc:spChg>
        <pc:spChg chg="add mod">
          <ac:chgData name="Emanuele Artusi" userId="e07f9cc4-090e-48e6-8f87-fbcfb99436e6" providerId="ADAL" clId="{609E346F-E64D-4089-B364-02140BAE0A06}" dt="2026-10-14T00:07:15.215" v="2110" actId="1076"/>
          <ac:spMkLst>
            <pc:docMk/>
            <pc:sldMk cId="3665814571" sldId="279"/>
            <ac:spMk id="20" creationId="{B43757F1-5076-0D91-F94D-06AC43619B5F}"/>
          </ac:spMkLst>
        </pc:spChg>
        <pc:spChg chg="del">
          <ac:chgData name="Emanuele Artusi" userId="e07f9cc4-090e-48e6-8f87-fbcfb99436e6" providerId="ADAL" clId="{609E346F-E64D-4089-B364-02140BAE0A06}" dt="2026-10-13T22:03:12.628" v="1286" actId="478"/>
          <ac:spMkLst>
            <pc:docMk/>
            <pc:sldMk cId="3665814571" sldId="279"/>
            <ac:spMk id="150" creationId="{80EED8C7-4D26-B9F7-08D4-037F6041E948}"/>
          </ac:spMkLst>
        </pc:spChg>
        <pc:picChg chg="del">
          <ac:chgData name="Emanuele Artusi" userId="e07f9cc4-090e-48e6-8f87-fbcfb99436e6" providerId="ADAL" clId="{609E346F-E64D-4089-B364-02140BAE0A06}" dt="2026-10-13T20:52:09.105" v="1010" actId="21"/>
          <ac:picMkLst>
            <pc:docMk/>
            <pc:sldMk cId="3665814571" sldId="279"/>
            <ac:picMk id="5" creationId="{1EB834D0-5AD3-55E4-CE84-A913F22B5DE6}"/>
          </ac:picMkLst>
        </pc:picChg>
        <pc:picChg chg="del">
          <ac:chgData name="Emanuele Artusi" userId="e07f9cc4-090e-48e6-8f87-fbcfb99436e6" providerId="ADAL" clId="{609E346F-E64D-4089-B364-02140BAE0A06}" dt="2026-10-13T20:46:44.266" v="988" actId="478"/>
          <ac:picMkLst>
            <pc:docMk/>
            <pc:sldMk cId="3665814571" sldId="279"/>
            <ac:picMk id="6" creationId="{B9A2F7BA-4418-424D-FA9D-D84D907C8622}"/>
          </ac:picMkLst>
        </pc:picChg>
        <pc:picChg chg="del mod">
          <ac:chgData name="Emanuele Artusi" userId="e07f9cc4-090e-48e6-8f87-fbcfb99436e6" providerId="ADAL" clId="{609E346F-E64D-4089-B364-02140BAE0A06}" dt="2026-10-13T20:51:48.606" v="1006" actId="21"/>
          <ac:picMkLst>
            <pc:docMk/>
            <pc:sldMk cId="3665814571" sldId="279"/>
            <ac:picMk id="7" creationId="{47CEAEC4-5B7A-9F95-39BE-A9F07D70E0D3}"/>
          </ac:picMkLst>
        </pc:picChg>
        <pc:picChg chg="add mod">
          <ac:chgData name="Emanuele Artusi" userId="e07f9cc4-090e-48e6-8f87-fbcfb99436e6" providerId="ADAL" clId="{609E346F-E64D-4089-B364-02140BAE0A06}" dt="2026-10-14T00:06:44.701" v="2048" actId="1076"/>
          <ac:picMkLst>
            <pc:docMk/>
            <pc:sldMk cId="3665814571" sldId="279"/>
            <ac:picMk id="15" creationId="{0B00B5B2-D454-7E73-5C45-7A723A723B0B}"/>
          </ac:picMkLst>
        </pc:picChg>
        <pc:picChg chg="add mod modCrop">
          <ac:chgData name="Emanuele Artusi" userId="e07f9cc4-090e-48e6-8f87-fbcfb99436e6" providerId="ADAL" clId="{609E346F-E64D-4089-B364-02140BAE0A06}" dt="2026-10-13T21:13:48.026" v="1044" actId="1076"/>
          <ac:picMkLst>
            <pc:docMk/>
            <pc:sldMk cId="3665814571" sldId="279"/>
            <ac:picMk id="17" creationId="{C41E26A8-1B91-BC2B-28BF-79BFC18300FA}"/>
          </ac:picMkLst>
        </pc:picChg>
      </pc:sldChg>
      <pc:sldChg chg="addSp delSp modSp add mod modNotesTx">
        <pc:chgData name="Emanuele Artusi" userId="e07f9cc4-090e-48e6-8f87-fbcfb99436e6" providerId="ADAL" clId="{609E346F-E64D-4089-B364-02140BAE0A06}" dt="2026-10-14T00:17:27.498" v="2444" actId="20577"/>
        <pc:sldMkLst>
          <pc:docMk/>
          <pc:sldMk cId="907728145" sldId="280"/>
        </pc:sldMkLst>
        <pc:spChg chg="add mod">
          <ac:chgData name="Emanuele Artusi" userId="e07f9cc4-090e-48e6-8f87-fbcfb99436e6" providerId="ADAL" clId="{609E346F-E64D-4089-B364-02140BAE0A06}" dt="2026-10-13T22:03:36.730" v="1293"/>
          <ac:spMkLst>
            <pc:docMk/>
            <pc:sldMk cId="907728145" sldId="280"/>
            <ac:spMk id="2" creationId="{D6C5643A-86B7-75B7-AF25-75F9F52B1A53}"/>
          </ac:spMkLst>
        </pc:spChg>
        <pc:spChg chg="add mod">
          <ac:chgData name="Emanuele Artusi" userId="e07f9cc4-090e-48e6-8f87-fbcfb99436e6" providerId="ADAL" clId="{609E346F-E64D-4089-B364-02140BAE0A06}" dt="2026-10-14T00:17:27.498" v="2444" actId="20577"/>
          <ac:spMkLst>
            <pc:docMk/>
            <pc:sldMk cId="907728145" sldId="280"/>
            <ac:spMk id="3" creationId="{BA48DE84-8A4C-00B8-66D1-6742FF76A170}"/>
          </ac:spMkLst>
        </pc:spChg>
        <pc:spChg chg="del mod">
          <ac:chgData name="Emanuele Artusi" userId="e07f9cc4-090e-48e6-8f87-fbcfb99436e6" providerId="ADAL" clId="{609E346F-E64D-4089-B364-02140BAE0A06}" dt="2026-10-13T22:03:36.442" v="1292" actId="478"/>
          <ac:spMkLst>
            <pc:docMk/>
            <pc:sldMk cId="907728145" sldId="280"/>
            <ac:spMk id="4" creationId="{23754218-646E-28D1-B446-45A806C1F674}"/>
          </ac:spMkLst>
        </pc:spChg>
        <pc:spChg chg="del">
          <ac:chgData name="Emanuele Artusi" userId="e07f9cc4-090e-48e6-8f87-fbcfb99436e6" providerId="ADAL" clId="{609E346F-E64D-4089-B364-02140BAE0A06}" dt="2026-10-13T22:03:36.442" v="1292" actId="478"/>
          <ac:spMkLst>
            <pc:docMk/>
            <pc:sldMk cId="907728145" sldId="280"/>
            <ac:spMk id="150" creationId="{521C2BCF-E7EC-CDB2-2F7B-1CA90FFA3E92}"/>
          </ac:spMkLst>
        </pc:spChg>
        <pc:picChg chg="mod">
          <ac:chgData name="Emanuele Artusi" userId="e07f9cc4-090e-48e6-8f87-fbcfb99436e6" providerId="ADAL" clId="{609E346F-E64D-4089-B364-02140BAE0A06}" dt="2026-10-14T00:11:25.521" v="2128" actId="1440"/>
          <ac:picMkLst>
            <pc:docMk/>
            <pc:sldMk cId="907728145" sldId="280"/>
            <ac:picMk id="15" creationId="{4DE1DF4E-1D37-DF5E-67A6-F24236E1CD8D}"/>
          </ac:picMkLst>
        </pc:picChg>
        <pc:picChg chg="mod">
          <ac:chgData name="Emanuele Artusi" userId="e07f9cc4-090e-48e6-8f87-fbcfb99436e6" providerId="ADAL" clId="{609E346F-E64D-4089-B364-02140BAE0A06}" dt="2026-10-14T00:10:04.835" v="2120" actId="1076"/>
          <ac:picMkLst>
            <pc:docMk/>
            <pc:sldMk cId="907728145" sldId="280"/>
            <ac:picMk id="17" creationId="{A8774064-A1CC-A1BD-ADF5-36FE3894258D}"/>
          </ac:picMkLst>
        </pc:picChg>
      </pc:sldChg>
      <pc:sldChg chg="addSp delSp modSp add mod modNotesTx">
        <pc:chgData name="Emanuele Artusi" userId="e07f9cc4-090e-48e6-8f87-fbcfb99436e6" providerId="ADAL" clId="{609E346F-E64D-4089-B364-02140BAE0A06}" dt="2026-10-14T00:20:31.460" v="2520" actId="20577"/>
        <pc:sldMkLst>
          <pc:docMk/>
          <pc:sldMk cId="2725855473" sldId="281"/>
        </pc:sldMkLst>
        <pc:spChg chg="del">
          <ac:chgData name="Emanuele Artusi" userId="e07f9cc4-090e-48e6-8f87-fbcfb99436e6" providerId="ADAL" clId="{609E346F-E64D-4089-B364-02140BAE0A06}" dt="2026-10-13T22:03:23.270" v="1289" actId="478"/>
          <ac:spMkLst>
            <pc:docMk/>
            <pc:sldMk cId="2725855473" sldId="281"/>
            <ac:spMk id="4" creationId="{B17E6957-F0A9-8F0A-5350-C178DB182939}"/>
          </ac:spMkLst>
        </pc:spChg>
        <pc:spChg chg="add mod">
          <ac:chgData name="Emanuele Artusi" userId="e07f9cc4-090e-48e6-8f87-fbcfb99436e6" providerId="ADAL" clId="{609E346F-E64D-4089-B364-02140BAE0A06}" dt="2026-10-13T22:03:24.106" v="1290"/>
          <ac:spMkLst>
            <pc:docMk/>
            <pc:sldMk cId="2725855473" sldId="281"/>
            <ac:spMk id="5" creationId="{E347875A-7286-5CE5-5857-28D3395458A9}"/>
          </ac:spMkLst>
        </pc:spChg>
        <pc:spChg chg="add mod">
          <ac:chgData name="Emanuele Artusi" userId="e07f9cc4-090e-48e6-8f87-fbcfb99436e6" providerId="ADAL" clId="{609E346F-E64D-4089-B364-02140BAE0A06}" dt="2026-10-14T00:20:31.460" v="2520" actId="20577"/>
          <ac:spMkLst>
            <pc:docMk/>
            <pc:sldMk cId="2725855473" sldId="281"/>
            <ac:spMk id="6" creationId="{6CEDAA24-05CF-E2DB-B092-C92FA0BBBCD9}"/>
          </ac:spMkLst>
        </pc:spChg>
        <pc:spChg chg="del">
          <ac:chgData name="Emanuele Artusi" userId="e07f9cc4-090e-48e6-8f87-fbcfb99436e6" providerId="ADAL" clId="{609E346F-E64D-4089-B364-02140BAE0A06}" dt="2026-10-13T22:03:23.270" v="1289" actId="478"/>
          <ac:spMkLst>
            <pc:docMk/>
            <pc:sldMk cId="2725855473" sldId="281"/>
            <ac:spMk id="150" creationId="{1064C2D2-103A-BFC8-2C41-0F44B8E575EA}"/>
          </ac:spMkLst>
        </pc:spChg>
        <pc:picChg chg="add mod modCrop">
          <ac:chgData name="Emanuele Artusi" userId="e07f9cc4-090e-48e6-8f87-fbcfb99436e6" providerId="ADAL" clId="{609E346F-E64D-4089-B364-02140BAE0A06}" dt="2026-10-14T00:20:20.397" v="2512" actId="1036"/>
          <ac:picMkLst>
            <pc:docMk/>
            <pc:sldMk cId="2725855473" sldId="281"/>
            <ac:picMk id="3" creationId="{36B1D90B-CEA7-DF8D-5ACA-E1DA6B2AB3F9}"/>
          </ac:picMkLst>
        </pc:picChg>
        <pc:picChg chg="del">
          <ac:chgData name="Emanuele Artusi" userId="e07f9cc4-090e-48e6-8f87-fbcfb99436e6" providerId="ADAL" clId="{609E346F-E64D-4089-B364-02140BAE0A06}" dt="2026-10-13T21:22:56.234" v="1054" actId="478"/>
          <ac:picMkLst>
            <pc:docMk/>
            <pc:sldMk cId="2725855473" sldId="281"/>
            <ac:picMk id="15" creationId="{FF4EA591-0D15-D754-243C-04FF54AC6678}"/>
          </ac:picMkLst>
        </pc:picChg>
        <pc:picChg chg="del">
          <ac:chgData name="Emanuele Artusi" userId="e07f9cc4-090e-48e6-8f87-fbcfb99436e6" providerId="ADAL" clId="{609E346F-E64D-4089-B364-02140BAE0A06}" dt="2026-10-13T21:22:54.616" v="1053" actId="478"/>
          <ac:picMkLst>
            <pc:docMk/>
            <pc:sldMk cId="2725855473" sldId="281"/>
            <ac:picMk id="17" creationId="{BB00B650-C401-C53B-CCD1-ED1A58F89B41}"/>
          </ac:picMkLst>
        </pc:picChg>
      </pc:sldChg>
      <pc:sldChg chg="addSp delSp modSp new mod modTransition">
        <pc:chgData name="Emanuele Artusi" userId="e07f9cc4-090e-48e6-8f87-fbcfb99436e6" providerId="ADAL" clId="{609E346F-E64D-4089-B364-02140BAE0A06}" dt="2026-10-14T00:28:17.498" v="2560"/>
        <pc:sldMkLst>
          <pc:docMk/>
          <pc:sldMk cId="3657256026" sldId="284"/>
        </pc:sldMkLst>
        <pc:spChg chg="mod">
          <ac:chgData name="Emanuele Artusi" userId="e07f9cc4-090e-48e6-8f87-fbcfb99436e6" providerId="ADAL" clId="{609E346F-E64D-4089-B364-02140BAE0A06}" dt="2026-10-13T21:52:01.083" v="1182" actId="790"/>
          <ac:spMkLst>
            <pc:docMk/>
            <pc:sldMk cId="3657256026" sldId="284"/>
            <ac:spMk id="3" creationId="{D000774C-171E-0438-4C45-A4E022DD201A}"/>
          </ac:spMkLst>
        </pc:spChg>
        <pc:spChg chg="mod">
          <ac:chgData name="Emanuele Artusi" userId="e07f9cc4-090e-48e6-8f87-fbcfb99436e6" providerId="ADAL" clId="{609E346F-E64D-4089-B364-02140BAE0A06}" dt="2026-10-13T21:52:01.083" v="1182" actId="790"/>
          <ac:spMkLst>
            <pc:docMk/>
            <pc:sldMk cId="3657256026" sldId="284"/>
            <ac:spMk id="5" creationId="{13D17E92-9CB2-33EA-C866-25121963123A}"/>
          </ac:spMkLst>
        </pc:spChg>
        <pc:spChg chg="mod">
          <ac:chgData name="Emanuele Artusi" userId="e07f9cc4-090e-48e6-8f87-fbcfb99436e6" providerId="ADAL" clId="{609E346F-E64D-4089-B364-02140BAE0A06}" dt="2026-10-13T21:52:01.083" v="1182" actId="790"/>
          <ac:spMkLst>
            <pc:docMk/>
            <pc:sldMk cId="3657256026" sldId="284"/>
            <ac:spMk id="7" creationId="{383620FC-8B3C-991A-FD96-32C5D824B9BF}"/>
          </ac:spMkLst>
        </pc:spChg>
        <pc:spChg chg="add del mod">
          <ac:chgData name="Emanuele Artusi" userId="e07f9cc4-090e-48e6-8f87-fbcfb99436e6" providerId="ADAL" clId="{609E346F-E64D-4089-B364-02140BAE0A06}" dt="2026-10-13T21:44:59.913" v="1073"/>
          <ac:spMkLst>
            <pc:docMk/>
            <pc:sldMk cId="3657256026" sldId="284"/>
            <ac:spMk id="9" creationId="{C4124C3A-DDA5-EE06-FCCB-F40FB54AF1DC}"/>
          </ac:spMkLst>
        </pc:spChg>
        <pc:spChg chg="add mod">
          <ac:chgData name="Emanuele Artusi" userId="e07f9cc4-090e-48e6-8f87-fbcfb99436e6" providerId="ADAL" clId="{609E346F-E64D-4089-B364-02140BAE0A06}" dt="2026-10-13T22:27:48.547" v="1515" actId="2711"/>
          <ac:spMkLst>
            <pc:docMk/>
            <pc:sldMk cId="3657256026" sldId="284"/>
            <ac:spMk id="12" creationId="{6B167A16-81E5-4905-4369-A2CEBD60C7E3}"/>
          </ac:spMkLst>
        </pc:spChg>
        <pc:spChg chg="add mod">
          <ac:chgData name="Emanuele Artusi" userId="e07f9cc4-090e-48e6-8f87-fbcfb99436e6" providerId="ADAL" clId="{609E346F-E64D-4089-B364-02140BAE0A06}" dt="2026-10-13T21:57:42.137" v="1192" actId="2711"/>
          <ac:spMkLst>
            <pc:docMk/>
            <pc:sldMk cId="3657256026" sldId="284"/>
            <ac:spMk id="13" creationId="{ECB48207-2DE1-A068-9ACB-12A0340575B5}"/>
          </ac:spMkLst>
        </pc:spChg>
        <pc:grpChg chg="add mod">
          <ac:chgData name="Emanuele Artusi" userId="e07f9cc4-090e-48e6-8f87-fbcfb99436e6" providerId="ADAL" clId="{609E346F-E64D-4089-B364-02140BAE0A06}" dt="2026-10-13T21:44:40.360" v="1065"/>
          <ac:grpSpMkLst>
            <pc:docMk/>
            <pc:sldMk cId="3657256026" sldId="284"/>
            <ac:grpSpMk id="2" creationId="{E4E92B91-5845-38AD-B1DE-47CD016B1E72}"/>
          </ac:grpSpMkLst>
        </pc:grpChg>
        <pc:grpChg chg="mod">
          <ac:chgData name="Emanuele Artusi" userId="e07f9cc4-090e-48e6-8f87-fbcfb99436e6" providerId="ADAL" clId="{609E346F-E64D-4089-B364-02140BAE0A06}" dt="2026-10-13T21:44:40.360" v="1065"/>
          <ac:grpSpMkLst>
            <pc:docMk/>
            <pc:sldMk cId="3657256026" sldId="284"/>
            <ac:grpSpMk id="6" creationId="{2CBFDF19-30A1-D27E-5C10-3E6A9699AE2C}"/>
          </ac:grpSpMkLst>
        </pc:grpChg>
        <pc:picChg chg="mod">
          <ac:chgData name="Emanuele Artusi" userId="e07f9cc4-090e-48e6-8f87-fbcfb99436e6" providerId="ADAL" clId="{609E346F-E64D-4089-B364-02140BAE0A06}" dt="2026-10-13T21:44:40.360" v="1065"/>
          <ac:picMkLst>
            <pc:docMk/>
            <pc:sldMk cId="3657256026" sldId="284"/>
            <ac:picMk id="4" creationId="{FC083752-250D-8057-FB44-6E84345F17D2}"/>
          </ac:picMkLst>
        </pc:picChg>
        <pc:picChg chg="mod">
          <ac:chgData name="Emanuele Artusi" userId="e07f9cc4-090e-48e6-8f87-fbcfb99436e6" providerId="ADAL" clId="{609E346F-E64D-4089-B364-02140BAE0A06}" dt="2026-10-13T21:44:40.360" v="1065"/>
          <ac:picMkLst>
            <pc:docMk/>
            <pc:sldMk cId="3657256026" sldId="284"/>
            <ac:picMk id="8" creationId="{A45AEE94-44FA-0539-12DF-8898755FD6B8}"/>
          </ac:picMkLst>
        </pc:picChg>
        <pc:picChg chg="add mod">
          <ac:chgData name="Emanuele Artusi" userId="e07f9cc4-090e-48e6-8f87-fbcfb99436e6" providerId="ADAL" clId="{609E346F-E64D-4089-B364-02140BAE0A06}" dt="2026-10-13T22:26:31.181" v="1488" actId="1440"/>
          <ac:picMkLst>
            <pc:docMk/>
            <pc:sldMk cId="3657256026" sldId="284"/>
            <ac:picMk id="11" creationId="{6AC6ABEE-93F0-3A0A-BBBE-7D75C80BD43D}"/>
          </ac:picMkLst>
        </pc:picChg>
      </pc:sldChg>
      <pc:sldChg chg="addSp delSp modSp mod">
        <pc:chgData name="Emanuele Artusi" userId="e07f9cc4-090e-48e6-8f87-fbcfb99436e6" providerId="ADAL" clId="{609E346F-E64D-4089-B364-02140BAE0A06}" dt="2026-10-14T00:21:30.040" v="2523"/>
        <pc:sldMkLst>
          <pc:docMk/>
          <pc:sldMk cId="159594802" sldId="285"/>
        </pc:sldMkLst>
        <pc:spChg chg="add mod">
          <ac:chgData name="Emanuele Artusi" userId="e07f9cc4-090e-48e6-8f87-fbcfb99436e6" providerId="ADAL" clId="{609E346F-E64D-4089-B364-02140BAE0A06}" dt="2026-10-13T22:04:36.053" v="1308"/>
          <ac:spMkLst>
            <pc:docMk/>
            <pc:sldMk cId="159594802" sldId="285"/>
            <ac:spMk id="4" creationId="{5ADED50D-121F-375D-E5E1-10379D2E3792}"/>
          </ac:spMkLst>
        </pc:spChg>
        <pc:spChg chg="del">
          <ac:chgData name="Emanuele Artusi" userId="e07f9cc4-090e-48e6-8f87-fbcfb99436e6" providerId="ADAL" clId="{609E346F-E64D-4089-B364-02140BAE0A06}" dt="2026-10-13T22:04:35.390" v="1307" actId="478"/>
          <ac:spMkLst>
            <pc:docMk/>
            <pc:sldMk cId="159594802" sldId="285"/>
            <ac:spMk id="20" creationId="{6C9DFD44-0888-129F-AA5A-1C1D4EA4B212}"/>
          </ac:spMkLst>
        </pc:spChg>
        <pc:spChg chg="del">
          <ac:chgData name="Emanuele Artusi" userId="e07f9cc4-090e-48e6-8f87-fbcfb99436e6" providerId="ADAL" clId="{609E346F-E64D-4089-B364-02140BAE0A06}" dt="2026-10-13T22:04:35.390" v="1307" actId="478"/>
          <ac:spMkLst>
            <pc:docMk/>
            <pc:sldMk cId="159594802" sldId="285"/>
            <ac:spMk id="150" creationId="{9F7F55F5-FC8B-E406-75EB-96C3D029F231}"/>
          </ac:spMkLst>
        </pc:spChg>
        <pc:picChg chg="mod">
          <ac:chgData name="Emanuele Artusi" userId="e07f9cc4-090e-48e6-8f87-fbcfb99436e6" providerId="ADAL" clId="{609E346F-E64D-4089-B364-02140BAE0A06}" dt="2026-10-14T00:21:30.040" v="2523"/>
          <ac:picMkLst>
            <pc:docMk/>
            <pc:sldMk cId="159594802" sldId="285"/>
            <ac:picMk id="3" creationId="{C4EC1788-2163-5555-F36E-87E8052BE8C0}"/>
          </ac:picMkLst>
        </pc:picChg>
      </pc:sldChg>
      <pc:sldChg chg="addSp delSp modSp mod">
        <pc:chgData name="Emanuele Artusi" userId="e07f9cc4-090e-48e6-8f87-fbcfb99436e6" providerId="ADAL" clId="{609E346F-E64D-4089-B364-02140BAE0A06}" dt="2026-10-14T00:21:41.791" v="2524" actId="20577"/>
        <pc:sldMkLst>
          <pc:docMk/>
          <pc:sldMk cId="2843078829" sldId="286"/>
        </pc:sldMkLst>
        <pc:spChg chg="mod">
          <ac:chgData name="Emanuele Artusi" userId="e07f9cc4-090e-48e6-8f87-fbcfb99436e6" providerId="ADAL" clId="{609E346F-E64D-4089-B364-02140BAE0A06}" dt="2026-10-13T22:05:11.281" v="1312" actId="2711"/>
          <ac:spMkLst>
            <pc:docMk/>
            <pc:sldMk cId="2843078829" sldId="286"/>
            <ac:spMk id="7" creationId="{F4CECF91-8736-5D01-4D59-8D5F00E7BA25}"/>
          </ac:spMkLst>
        </pc:spChg>
        <pc:spChg chg="mod">
          <ac:chgData name="Emanuele Artusi" userId="e07f9cc4-090e-48e6-8f87-fbcfb99436e6" providerId="ADAL" clId="{609E346F-E64D-4089-B364-02140BAE0A06}" dt="2026-10-14T00:21:41.791" v="2524" actId="20577"/>
          <ac:spMkLst>
            <pc:docMk/>
            <pc:sldMk cId="2843078829" sldId="286"/>
            <ac:spMk id="15" creationId="{656455E0-3B2E-3A91-A044-6508D106F936}"/>
          </ac:spMkLst>
        </pc:spChg>
        <pc:spChg chg="add mod">
          <ac:chgData name="Emanuele Artusi" userId="e07f9cc4-090e-48e6-8f87-fbcfb99436e6" providerId="ADAL" clId="{609E346F-E64D-4089-B364-02140BAE0A06}" dt="2026-10-13T22:05:03.933" v="1311"/>
          <ac:spMkLst>
            <pc:docMk/>
            <pc:sldMk cId="2843078829" sldId="286"/>
            <ac:spMk id="16" creationId="{33571447-1812-B81D-736E-A792A4183FC6}"/>
          </ac:spMkLst>
        </pc:spChg>
        <pc:spChg chg="del">
          <ac:chgData name="Emanuele Artusi" userId="e07f9cc4-090e-48e6-8f87-fbcfb99436e6" providerId="ADAL" clId="{609E346F-E64D-4089-B364-02140BAE0A06}" dt="2026-10-13T22:05:03.699" v="1310" actId="478"/>
          <ac:spMkLst>
            <pc:docMk/>
            <pc:sldMk cId="2843078829" sldId="286"/>
            <ac:spMk id="20" creationId="{EC71B46E-095A-EF62-4D38-67CFD5ACF199}"/>
          </ac:spMkLst>
        </pc:spChg>
        <pc:spChg chg="del">
          <ac:chgData name="Emanuele Artusi" userId="e07f9cc4-090e-48e6-8f87-fbcfb99436e6" providerId="ADAL" clId="{609E346F-E64D-4089-B364-02140BAE0A06}" dt="2026-10-13T22:05:03.699" v="1310" actId="478"/>
          <ac:spMkLst>
            <pc:docMk/>
            <pc:sldMk cId="2843078829" sldId="286"/>
            <ac:spMk id="150" creationId="{95BC62FB-1C1B-538A-83C6-FE16B6EB54B5}"/>
          </ac:spMkLst>
        </pc:spChg>
        <pc:picChg chg="mod">
          <ac:chgData name="Emanuele Artusi" userId="e07f9cc4-090e-48e6-8f87-fbcfb99436e6" providerId="ADAL" clId="{609E346F-E64D-4089-B364-02140BAE0A06}" dt="2026-10-13T22:37:30.719" v="1533"/>
          <ac:picMkLst>
            <pc:docMk/>
            <pc:sldMk cId="2843078829" sldId="286"/>
            <ac:picMk id="2" creationId="{4AAD8C40-ACC3-5107-74F3-AA94CF883763}"/>
          </ac:picMkLst>
        </pc:picChg>
      </pc:sldChg>
      <pc:sldChg chg="addSp delSp modSp mod">
        <pc:chgData name="Emanuele Artusi" userId="e07f9cc4-090e-48e6-8f87-fbcfb99436e6" providerId="ADAL" clId="{609E346F-E64D-4089-B364-02140BAE0A06}" dt="2026-10-14T00:24:18.785" v="2533" actId="1076"/>
        <pc:sldMkLst>
          <pc:docMk/>
          <pc:sldMk cId="3503123486" sldId="287"/>
        </pc:sldMkLst>
        <pc:spChg chg="mod">
          <ac:chgData name="Emanuele Artusi" userId="e07f9cc4-090e-48e6-8f87-fbcfb99436e6" providerId="ADAL" clId="{609E346F-E64D-4089-B364-02140BAE0A06}" dt="2026-10-13T22:05:28.827" v="1315" actId="2711"/>
          <ac:spMkLst>
            <pc:docMk/>
            <pc:sldMk cId="3503123486" sldId="287"/>
            <ac:spMk id="16" creationId="{A66B4AE0-8D1E-4750-889E-CBE028F4564C}"/>
          </ac:spMkLst>
        </pc:spChg>
        <pc:spChg chg="mod">
          <ac:chgData name="Emanuele Artusi" userId="e07f9cc4-090e-48e6-8f87-fbcfb99436e6" providerId="ADAL" clId="{609E346F-E64D-4089-B364-02140BAE0A06}" dt="2026-10-13T22:05:28.827" v="1315" actId="2711"/>
          <ac:spMkLst>
            <pc:docMk/>
            <pc:sldMk cId="3503123486" sldId="287"/>
            <ac:spMk id="17" creationId="{818CF1EC-E3E9-E2A4-B6B5-D08AC81B4729}"/>
          </ac:spMkLst>
        </pc:spChg>
        <pc:spChg chg="add mod">
          <ac:chgData name="Emanuele Artusi" userId="e07f9cc4-090e-48e6-8f87-fbcfb99436e6" providerId="ADAL" clId="{609E346F-E64D-4089-B364-02140BAE0A06}" dt="2026-10-13T22:05:24.324" v="1314"/>
          <ac:spMkLst>
            <pc:docMk/>
            <pc:sldMk cId="3503123486" sldId="287"/>
            <ac:spMk id="18" creationId="{2A9BBD37-1874-3096-A7C7-81833A5CA089}"/>
          </ac:spMkLst>
        </pc:spChg>
        <pc:spChg chg="del">
          <ac:chgData name="Emanuele Artusi" userId="e07f9cc4-090e-48e6-8f87-fbcfb99436e6" providerId="ADAL" clId="{609E346F-E64D-4089-B364-02140BAE0A06}" dt="2026-10-13T22:05:23.258" v="1313" actId="478"/>
          <ac:spMkLst>
            <pc:docMk/>
            <pc:sldMk cId="3503123486" sldId="287"/>
            <ac:spMk id="20" creationId="{21BDC750-DE3B-2831-EE90-62A1D6F88457}"/>
          </ac:spMkLst>
        </pc:spChg>
        <pc:spChg chg="del">
          <ac:chgData name="Emanuele Artusi" userId="e07f9cc4-090e-48e6-8f87-fbcfb99436e6" providerId="ADAL" clId="{609E346F-E64D-4089-B364-02140BAE0A06}" dt="2026-10-13T22:05:23.258" v="1313" actId="478"/>
          <ac:spMkLst>
            <pc:docMk/>
            <pc:sldMk cId="3503123486" sldId="287"/>
            <ac:spMk id="150" creationId="{5CBCA34F-66DC-F64E-EE54-AB548A1E03B9}"/>
          </ac:spMkLst>
        </pc:spChg>
        <pc:picChg chg="mod">
          <ac:chgData name="Emanuele Artusi" userId="e07f9cc4-090e-48e6-8f87-fbcfb99436e6" providerId="ADAL" clId="{609E346F-E64D-4089-B364-02140BAE0A06}" dt="2026-10-14T00:24:18.785" v="2533" actId="1076"/>
          <ac:picMkLst>
            <pc:docMk/>
            <pc:sldMk cId="3503123486" sldId="287"/>
            <ac:picMk id="3" creationId="{470C9E94-7AD3-11D6-DD91-A8CB6DAB8547}"/>
          </ac:picMkLst>
        </pc:picChg>
      </pc:sldChg>
      <pc:sldChg chg="modSp del mod">
        <pc:chgData name="Emanuele Artusi" userId="e07f9cc4-090e-48e6-8f87-fbcfb99436e6" providerId="ADAL" clId="{609E346F-E64D-4089-B364-02140BAE0A06}" dt="2026-10-14T00:26:07.907" v="2548" actId="2696"/>
        <pc:sldMkLst>
          <pc:docMk/>
          <pc:sldMk cId="715553470" sldId="288"/>
        </pc:sldMkLst>
        <pc:picChg chg="mod">
          <ac:chgData name="Emanuele Artusi" userId="e07f9cc4-090e-48e6-8f87-fbcfb99436e6" providerId="ADAL" clId="{609E346F-E64D-4089-B364-02140BAE0A06}" dt="2026-10-13T22:36:10.685" v="1529"/>
          <ac:picMkLst>
            <pc:docMk/>
            <pc:sldMk cId="715553470" sldId="288"/>
            <ac:picMk id="2" creationId="{48882838-FBCA-9859-BA6B-F355E3C9DD82}"/>
          </ac:picMkLst>
        </pc:picChg>
        <pc:picChg chg="mod">
          <ac:chgData name="Emanuele Artusi" userId="e07f9cc4-090e-48e6-8f87-fbcfb99436e6" providerId="ADAL" clId="{609E346F-E64D-4089-B364-02140BAE0A06}" dt="2026-10-13T22:36:24.420" v="1531"/>
          <ac:picMkLst>
            <pc:docMk/>
            <pc:sldMk cId="715553470" sldId="288"/>
            <ac:picMk id="4" creationId="{70350CCB-9DAF-5D77-1F38-4B07135080DA}"/>
          </ac:picMkLst>
        </pc:picChg>
      </pc:sldChg>
      <pc:sldChg chg="addSp delSp modSp add mod modTransition modShow">
        <pc:chgData name="Emanuele Artusi" userId="e07f9cc4-090e-48e6-8f87-fbcfb99436e6" providerId="ADAL" clId="{609E346F-E64D-4089-B364-02140BAE0A06}" dt="2026-10-14T00:29:23.853" v="2564" actId="113"/>
        <pc:sldMkLst>
          <pc:docMk/>
          <pc:sldMk cId="2925923973" sldId="289"/>
        </pc:sldMkLst>
        <pc:spChg chg="mod">
          <ac:chgData name="Emanuele Artusi" userId="e07f9cc4-090e-48e6-8f87-fbcfb99436e6" providerId="ADAL" clId="{609E346F-E64D-4089-B364-02140BAE0A06}" dt="2026-10-14T00:29:23.853" v="2564" actId="113"/>
          <ac:spMkLst>
            <pc:docMk/>
            <pc:sldMk cId="2925923973" sldId="289"/>
            <ac:spMk id="6" creationId="{7AB9AF80-A1CA-1805-22D2-ACDB9E2D9FDB}"/>
          </ac:spMkLst>
        </pc:spChg>
        <pc:spChg chg="mod">
          <ac:chgData name="Emanuele Artusi" userId="e07f9cc4-090e-48e6-8f87-fbcfb99436e6" providerId="ADAL" clId="{609E346F-E64D-4089-B364-02140BAE0A06}" dt="2026-10-14T00:29:08.334" v="2562" actId="113"/>
          <ac:spMkLst>
            <pc:docMk/>
            <pc:sldMk cId="2925923973" sldId="289"/>
            <ac:spMk id="7" creationId="{C154F63F-8AD9-62C7-3E42-EB4E48DE8BC5}"/>
          </ac:spMkLst>
        </pc:spChg>
        <pc:spChg chg="mod">
          <ac:chgData name="Emanuele Artusi" userId="e07f9cc4-090e-48e6-8f87-fbcfb99436e6" providerId="ADAL" clId="{609E346F-E64D-4089-B364-02140BAE0A06}" dt="2026-10-14T00:29:12.730" v="2563" actId="113"/>
          <ac:spMkLst>
            <pc:docMk/>
            <pc:sldMk cId="2925923973" sldId="289"/>
            <ac:spMk id="15" creationId="{3B872DCE-0F89-4464-4026-DF882EC72DB7}"/>
          </ac:spMkLst>
        </pc:spChg>
        <pc:picChg chg="del">
          <ac:chgData name="Emanuele Artusi" userId="e07f9cc4-090e-48e6-8f87-fbcfb99436e6" providerId="ADAL" clId="{609E346F-E64D-4089-B364-02140BAE0A06}" dt="2026-10-14T00:25:52.282" v="2545" actId="478"/>
          <ac:picMkLst>
            <pc:docMk/>
            <pc:sldMk cId="2925923973" sldId="289"/>
            <ac:picMk id="16" creationId="{F1DE36F3-1DFA-3F37-3A11-CF9F24A8A1B1}"/>
          </ac:picMkLst>
        </pc:picChg>
        <pc:picChg chg="add">
          <ac:chgData name="Emanuele Artusi" userId="e07f9cc4-090e-48e6-8f87-fbcfb99436e6" providerId="ADAL" clId="{609E346F-E64D-4089-B364-02140BAE0A06}" dt="2026-10-14T00:25:52.703" v="2546" actId="22"/>
          <ac:picMkLst>
            <pc:docMk/>
            <pc:sldMk cId="2925923973" sldId="289"/>
            <ac:picMk id="17" creationId="{F3C770AB-BAF8-4543-82C3-9BC13006E092}"/>
          </ac:picMkLst>
        </pc:picChg>
      </pc:sldChg>
      <pc:sldMasterChg chg="modTransition modSldLayout">
        <pc:chgData name="Emanuele Artusi" userId="e07f9cc4-090e-48e6-8f87-fbcfb99436e6" providerId="ADAL" clId="{609E346F-E64D-4089-B364-02140BAE0A06}" dt="2026-10-10T09:59:41.187" v="915"/>
        <pc:sldMasterMkLst>
          <pc:docMk/>
          <pc:sldMasterMk cId="0" sldId="2147483665"/>
        </pc:sldMasterMkLst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1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2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3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4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5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6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7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8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59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60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61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62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0" sldId="2147483665"/>
            <pc:sldLayoutMk cId="0" sldId="2147483663"/>
          </pc:sldLayoutMkLst>
        </pc:sldLayoutChg>
      </pc:sldMasterChg>
      <pc:sldMasterChg chg="modTransition modSldLayout">
        <pc:chgData name="Emanuele Artusi" userId="e07f9cc4-090e-48e6-8f87-fbcfb99436e6" providerId="ADAL" clId="{609E346F-E64D-4089-B364-02140BAE0A06}" dt="2026-10-10T09:59:41.187" v="915"/>
        <pc:sldMasterMkLst>
          <pc:docMk/>
          <pc:sldMasterMk cId="1551301094" sldId="2147483666"/>
        </pc:sldMasterMkLst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2186577142" sldId="2147483667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2667359357" sldId="2147483668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4175015717" sldId="2147483669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1592241052" sldId="2147483670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2681073085" sldId="2147483671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1759510592" sldId="2147483672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1602299605" sldId="2147483673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3267440504" sldId="2147483674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1184205917" sldId="2147483675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1300255559" sldId="2147483676"/>
          </pc:sldLayoutMkLst>
        </pc:sldLayoutChg>
        <pc:sldLayoutChg chg="modTransition">
          <pc:chgData name="Emanuele Artusi" userId="e07f9cc4-090e-48e6-8f87-fbcfb99436e6" providerId="ADAL" clId="{609E346F-E64D-4089-B364-02140BAE0A06}" dt="2026-10-10T09:59:41.187" v="915"/>
          <pc:sldLayoutMkLst>
            <pc:docMk/>
            <pc:sldMasterMk cId="1551301094" sldId="2147483666"/>
            <pc:sldLayoutMk cId="671363097" sldId="2147483677"/>
          </pc:sldLayoutMkLst>
        </pc:sldLayoutChg>
      </pc:sldMasterChg>
    </pc:docChg>
  </pc:docChgLst>
  <pc:docChgLst>
    <pc:chgData name="Alessandro Vulcu" userId="S::alessandro.vulcu@studenti.unipd.it::5994032a-4236-4402-8dd4-c847d7b5cf6a" providerId="AD" clId="Web-{C20B8E25-B7E0-E02F-A5CB-F76E38790EE3}"/>
    <pc:docChg chg="modSld">
      <pc:chgData name="Alessandro Vulcu" userId="S::alessandro.vulcu@studenti.unipd.it::5994032a-4236-4402-8dd4-c847d7b5cf6a" providerId="AD" clId="Web-{C20B8E25-B7E0-E02F-A5CB-F76E38790EE3}" dt="2026-10-13T20:56:46.448" v="690" actId="20577"/>
      <pc:docMkLst>
        <pc:docMk/>
      </pc:docMkLst>
      <pc:sldChg chg="delSp modSp">
        <pc:chgData name="Alessandro Vulcu" userId="S::alessandro.vulcu@studenti.unipd.it::5994032a-4236-4402-8dd4-c847d7b5cf6a" providerId="AD" clId="Web-{C20B8E25-B7E0-E02F-A5CB-F76E38790EE3}" dt="2026-10-13T20:10:07.073" v="387" actId="20577"/>
        <pc:sldMkLst>
          <pc:docMk/>
          <pc:sldMk cId="0" sldId="261"/>
        </pc:sldMkLst>
        <pc:spChg chg="mod">
          <ac:chgData name="Alessandro Vulcu" userId="S::alessandro.vulcu@studenti.unipd.it::5994032a-4236-4402-8dd4-c847d7b5cf6a" providerId="AD" clId="Web-{C20B8E25-B7E0-E02F-A5CB-F76E38790EE3}" dt="2026-10-13T19:58:37.132" v="285"/>
          <ac:spMkLst>
            <pc:docMk/>
            <pc:sldMk cId="0" sldId="261"/>
            <ac:spMk id="4" creationId="{4F0E64AA-EAD2-BA07-0682-38706263EE4F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20:09:57.557" v="378"/>
          <ac:spMkLst>
            <pc:docMk/>
            <pc:sldMk cId="0" sldId="261"/>
            <ac:spMk id="5" creationId="{81437009-7B58-EF1A-61A2-83C6BDEB7A68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19:58:40.835" v="286"/>
          <ac:spMkLst>
            <pc:docMk/>
            <pc:sldMk cId="0" sldId="261"/>
            <ac:spMk id="6" creationId="{716BDCAF-7C1D-7BE5-5259-2FB126D5CBBF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20:10:07.073" v="387" actId="20577"/>
          <ac:spMkLst>
            <pc:docMk/>
            <pc:sldMk cId="0" sldId="261"/>
            <ac:spMk id="150" creationId="{00000000-0000-0000-0000-000000000000}"/>
          </ac:spMkLst>
        </pc:spChg>
      </pc:sldChg>
      <pc:sldChg chg="delSp modSp">
        <pc:chgData name="Alessandro Vulcu" userId="S::alessandro.vulcu@studenti.unipd.it::5994032a-4236-4402-8dd4-c847d7b5cf6a" providerId="AD" clId="Web-{C20B8E25-B7E0-E02F-A5CB-F76E38790EE3}" dt="2026-10-13T20:12:55.422" v="450" actId="1076"/>
        <pc:sldMkLst>
          <pc:docMk/>
          <pc:sldMk cId="729301992" sldId="267"/>
        </pc:sldMkLst>
        <pc:spChg chg="del mod">
          <ac:chgData name="Alessandro Vulcu" userId="S::alessandro.vulcu@studenti.unipd.it::5994032a-4236-4402-8dd4-c847d7b5cf6a" providerId="AD" clId="Web-{C20B8E25-B7E0-E02F-A5CB-F76E38790EE3}" dt="2026-10-13T20:08:40.664" v="297"/>
          <ac:spMkLst>
            <pc:docMk/>
            <pc:sldMk cId="729301992" sldId="267"/>
            <ac:spMk id="3" creationId="{F4BC8C4D-580D-6D50-E4D1-63AABF3E33F2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20:09:39.166" v="376" actId="1076"/>
          <ac:spMkLst>
            <pc:docMk/>
            <pc:sldMk cId="729301992" sldId="267"/>
            <ac:spMk id="5" creationId="{676BD69E-711B-A73F-12F2-084F22AC37C8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20:09:31.291" v="375"/>
          <ac:spMkLst>
            <pc:docMk/>
            <pc:sldMk cId="729301992" sldId="267"/>
            <ac:spMk id="7" creationId="{8964BC2D-C35D-02D2-01AA-AC1D0C4D2EBC}"/>
          </ac:spMkLst>
        </pc:spChg>
        <pc:spChg chg="del">
          <ac:chgData name="Alessandro Vulcu" userId="S::alessandro.vulcu@studenti.unipd.it::5994032a-4236-4402-8dd4-c847d7b5cf6a" providerId="AD" clId="Web-{C20B8E25-B7E0-E02F-A5CB-F76E38790EE3}" dt="2026-10-13T20:09:29.619" v="373"/>
          <ac:spMkLst>
            <pc:docMk/>
            <pc:sldMk cId="729301992" sldId="267"/>
            <ac:spMk id="16" creationId="{61D1CF04-626A-0D5A-8AB0-8CE4FBA8C5FC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20:12:47.094" v="449" actId="20577"/>
          <ac:spMkLst>
            <pc:docMk/>
            <pc:sldMk cId="729301992" sldId="267"/>
            <ac:spMk id="150" creationId="{6AC0D985-B3CC-95AA-A417-74AD60E57D1E}"/>
          </ac:spMkLst>
        </pc:spChg>
        <pc:picChg chg="mod">
          <ac:chgData name="Alessandro Vulcu" userId="S::alessandro.vulcu@studenti.unipd.it::5994032a-4236-4402-8dd4-c847d7b5cf6a" providerId="AD" clId="Web-{C20B8E25-B7E0-E02F-A5CB-F76E38790EE3}" dt="2026-10-13T20:12:55.422" v="450" actId="1076"/>
          <ac:picMkLst>
            <pc:docMk/>
            <pc:sldMk cId="729301992" sldId="267"/>
            <ac:picMk id="2" creationId="{3E5C6EB5-8C32-3626-2E26-770D3F359A9C}"/>
          </ac:picMkLst>
        </pc:picChg>
      </pc:sldChg>
      <pc:sldChg chg="delSp modSp">
        <pc:chgData name="Alessandro Vulcu" userId="S::alessandro.vulcu@studenti.unipd.it::5994032a-4236-4402-8dd4-c847d7b5cf6a" providerId="AD" clId="Web-{C20B8E25-B7E0-E02F-A5CB-F76E38790EE3}" dt="2026-10-13T20:14:23.909" v="544" actId="20577"/>
        <pc:sldMkLst>
          <pc:docMk/>
          <pc:sldMk cId="3328477660" sldId="270"/>
        </pc:sldMkLst>
        <pc:spChg chg="mod">
          <ac:chgData name="Alessandro Vulcu" userId="S::alessandro.vulcu@studenti.unipd.it::5994032a-4236-4402-8dd4-c847d7b5cf6a" providerId="AD" clId="Web-{C20B8E25-B7E0-E02F-A5CB-F76E38790EE3}" dt="2026-10-13T20:14:23.909" v="544" actId="20577"/>
          <ac:spMkLst>
            <pc:docMk/>
            <pc:sldMk cId="3328477660" sldId="270"/>
            <ac:spMk id="3" creationId="{22898EE2-F528-3DC4-8F57-EA5BD71B0C23}"/>
          </ac:spMkLst>
        </pc:spChg>
        <pc:spChg chg="del">
          <ac:chgData name="Alessandro Vulcu" userId="S::alessandro.vulcu@studenti.unipd.it::5994032a-4236-4402-8dd4-c847d7b5cf6a" providerId="AD" clId="Web-{C20B8E25-B7E0-E02F-A5CB-F76E38790EE3}" dt="2026-10-13T20:13:25.454" v="456"/>
          <ac:spMkLst>
            <pc:docMk/>
            <pc:sldMk cId="3328477660" sldId="270"/>
            <ac:spMk id="5" creationId="{7A6E971C-5F5E-1A0A-1E69-55E1BB836AB3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20:13:29.923" v="459"/>
          <ac:spMkLst>
            <pc:docMk/>
            <pc:sldMk cId="3328477660" sldId="270"/>
            <ac:spMk id="16" creationId="{2FD77DD7-A113-3DA5-A394-348FDBCD90E5}"/>
          </ac:spMkLst>
        </pc:spChg>
      </pc:sldChg>
      <pc:sldChg chg="addSp modSp">
        <pc:chgData name="Alessandro Vulcu" userId="S::alessandro.vulcu@studenti.unipd.it::5994032a-4236-4402-8dd4-c847d7b5cf6a" providerId="AD" clId="Web-{C20B8E25-B7E0-E02F-A5CB-F76E38790EE3}" dt="2026-10-13T20:33:58.082" v="585" actId="14100"/>
        <pc:sldMkLst>
          <pc:docMk/>
          <pc:sldMk cId="443320083" sldId="272"/>
        </pc:sldMkLst>
        <pc:spChg chg="add mod">
          <ac:chgData name="Alessandro Vulcu" userId="S::alessandro.vulcu@studenti.unipd.it::5994032a-4236-4402-8dd4-c847d7b5cf6a" providerId="AD" clId="Web-{C20B8E25-B7E0-E02F-A5CB-F76E38790EE3}" dt="2026-10-13T20:33:58.082" v="585" actId="14100"/>
          <ac:spMkLst>
            <pc:docMk/>
            <pc:sldMk cId="443320083" sldId="272"/>
            <ac:spMk id="3" creationId="{0487F7E0-445A-CA73-B2F1-33B2196FE45F}"/>
          </ac:spMkLst>
        </pc:spChg>
        <pc:picChg chg="add mod">
          <ac:chgData name="Alessandro Vulcu" userId="S::alessandro.vulcu@studenti.unipd.it::5994032a-4236-4402-8dd4-c847d7b5cf6a" providerId="AD" clId="Web-{C20B8E25-B7E0-E02F-A5CB-F76E38790EE3}" dt="2026-10-13T20:33:08.846" v="579" actId="1076"/>
          <ac:picMkLst>
            <pc:docMk/>
            <pc:sldMk cId="443320083" sldId="272"/>
            <ac:picMk id="5" creationId="{24E8B205-5EA8-CA1A-7A02-3AD7530561DD}"/>
          </ac:picMkLst>
        </pc:picChg>
        <pc:picChg chg="add mod">
          <ac:chgData name="Alessandro Vulcu" userId="S::alessandro.vulcu@studenti.unipd.it::5994032a-4236-4402-8dd4-c847d7b5cf6a" providerId="AD" clId="Web-{C20B8E25-B7E0-E02F-A5CB-F76E38790EE3}" dt="2026-10-13T20:32:54.752" v="576" actId="14100"/>
          <ac:picMkLst>
            <pc:docMk/>
            <pc:sldMk cId="443320083" sldId="272"/>
            <ac:picMk id="6" creationId="{37A38F87-039C-E4DA-6DF5-5A195293F9BF}"/>
          </ac:picMkLst>
        </pc:picChg>
        <pc:picChg chg="add mod">
          <ac:chgData name="Alessandro Vulcu" userId="S::alessandro.vulcu@studenti.unipd.it::5994032a-4236-4402-8dd4-c847d7b5cf6a" providerId="AD" clId="Web-{C20B8E25-B7E0-E02F-A5CB-F76E38790EE3}" dt="2026-10-13T20:33:46.894" v="584" actId="1076"/>
          <ac:picMkLst>
            <pc:docMk/>
            <pc:sldMk cId="443320083" sldId="272"/>
            <ac:picMk id="7" creationId="{493FF1E1-24D7-A355-3302-D2BCDD168737}"/>
          </ac:picMkLst>
        </pc:picChg>
      </pc:sldChg>
      <pc:sldChg chg="addSp modSp">
        <pc:chgData name="Alessandro Vulcu" userId="S::alessandro.vulcu@studenti.unipd.it::5994032a-4236-4402-8dd4-c847d7b5cf6a" providerId="AD" clId="Web-{C20B8E25-B7E0-E02F-A5CB-F76E38790EE3}" dt="2026-10-13T20:56:46.448" v="690" actId="20577"/>
        <pc:sldMkLst>
          <pc:docMk/>
          <pc:sldMk cId="3100560328" sldId="273"/>
        </pc:sldMkLst>
        <pc:spChg chg="add mod">
          <ac:chgData name="Alessandro Vulcu" userId="S::alessandro.vulcu@studenti.unipd.it::5994032a-4236-4402-8dd4-c847d7b5cf6a" providerId="AD" clId="Web-{C20B8E25-B7E0-E02F-A5CB-F76E38790EE3}" dt="2026-10-13T20:56:46.448" v="690" actId="20577"/>
          <ac:spMkLst>
            <pc:docMk/>
            <pc:sldMk cId="3100560328" sldId="273"/>
            <ac:spMk id="2" creationId="{7FFCADD8-D6DF-4131-9C2A-FD8B05AF5A4A}"/>
          </ac:spMkLst>
        </pc:spChg>
        <pc:picChg chg="add mod">
          <ac:chgData name="Alessandro Vulcu" userId="S::alessandro.vulcu@studenti.unipd.it::5994032a-4236-4402-8dd4-c847d7b5cf6a" providerId="AD" clId="Web-{C20B8E25-B7E0-E02F-A5CB-F76E38790EE3}" dt="2026-10-13T20:56:03.103" v="685" actId="1076"/>
          <ac:picMkLst>
            <pc:docMk/>
            <pc:sldMk cId="3100560328" sldId="273"/>
            <ac:picMk id="4" creationId="{8EB5437C-3AD5-A14A-14D8-5F743F5F29C8}"/>
          </ac:picMkLst>
        </pc:picChg>
      </pc:sldChg>
      <pc:sldChg chg="addSp delSp modSp">
        <pc:chgData name="Alessandro Vulcu" userId="S::alessandro.vulcu@studenti.unipd.it::5994032a-4236-4402-8dd4-c847d7b5cf6a" providerId="AD" clId="Web-{C20B8E25-B7E0-E02F-A5CB-F76E38790EE3}" dt="2026-10-13T20:10:57.340" v="417" actId="20577"/>
        <pc:sldMkLst>
          <pc:docMk/>
          <pc:sldMk cId="4024964821" sldId="277"/>
        </pc:sldMkLst>
        <pc:spChg chg="del mod">
          <ac:chgData name="Alessandro Vulcu" userId="S::alessandro.vulcu@studenti.unipd.it::5994032a-4236-4402-8dd4-c847d7b5cf6a" providerId="AD" clId="Web-{C20B8E25-B7E0-E02F-A5CB-F76E38790EE3}" dt="2026-10-13T19:56:43.404" v="173"/>
          <ac:spMkLst>
            <pc:docMk/>
            <pc:sldMk cId="4024964821" sldId="277"/>
            <ac:spMk id="2" creationId="{1024D0B2-EFBA-4C50-D8B2-41F941B0583F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19:58:28.850" v="284" actId="20577"/>
          <ac:spMkLst>
            <pc:docMk/>
            <pc:sldMk cId="4024964821" sldId="277"/>
            <ac:spMk id="4" creationId="{2DD0E76D-E4BF-2C21-3C81-5620A919C984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19:56:46.310" v="175"/>
          <ac:spMkLst>
            <pc:docMk/>
            <pc:sldMk cId="4024964821" sldId="277"/>
            <ac:spMk id="5" creationId="{B2BF387F-0942-5C31-C124-E140C0C31705}"/>
          </ac:spMkLst>
        </pc:spChg>
        <pc:spChg chg="del">
          <ac:chgData name="Alessandro Vulcu" userId="S::alessandro.vulcu@studenti.unipd.it::5994032a-4236-4402-8dd4-c847d7b5cf6a" providerId="AD" clId="Web-{C20B8E25-B7E0-E02F-A5CB-F76E38790EE3}" dt="2026-10-13T19:56:47.185" v="176"/>
          <ac:spMkLst>
            <pc:docMk/>
            <pc:sldMk cId="4024964821" sldId="277"/>
            <ac:spMk id="6" creationId="{059C9F8E-732A-7F67-876E-604C612E8E51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20:10:46.683" v="405"/>
          <ac:spMkLst>
            <pc:docMk/>
            <pc:sldMk cId="4024964821" sldId="277"/>
            <ac:spMk id="8" creationId="{0C279D36-F963-01A2-D574-5BC9B20FDE23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20:10:57.340" v="417" actId="20577"/>
          <ac:spMkLst>
            <pc:docMk/>
            <pc:sldMk cId="4024964821" sldId="277"/>
            <ac:spMk id="150" creationId="{524B0B89-EE36-C05E-278B-A54948A2A403}"/>
          </ac:spMkLst>
        </pc:spChg>
        <pc:picChg chg="add mod">
          <ac:chgData name="Alessandro Vulcu" userId="S::alessandro.vulcu@studenti.unipd.it::5994032a-4236-4402-8dd4-c847d7b5cf6a" providerId="AD" clId="Web-{C20B8E25-B7E0-E02F-A5CB-F76E38790EE3}" dt="2026-10-13T20:07:34.365" v="291" actId="1076"/>
          <ac:picMkLst>
            <pc:docMk/>
            <pc:sldMk cId="4024964821" sldId="277"/>
            <ac:picMk id="7" creationId="{7F4A7843-0815-D881-8100-9FDC671C4EE7}"/>
          </ac:picMkLst>
        </pc:picChg>
        <pc:picChg chg="add mod">
          <ac:chgData name="Alessandro Vulcu" userId="S::alessandro.vulcu@studenti.unipd.it::5994032a-4236-4402-8dd4-c847d7b5cf6a" providerId="AD" clId="Web-{C20B8E25-B7E0-E02F-A5CB-F76E38790EE3}" dt="2026-10-13T20:07:52.132" v="294" actId="1076"/>
          <ac:picMkLst>
            <pc:docMk/>
            <pc:sldMk cId="4024964821" sldId="277"/>
            <ac:picMk id="9" creationId="{97CD38BD-F77F-F009-9CF0-D09C41E84DEA}"/>
          </ac:picMkLst>
        </pc:picChg>
      </pc:sldChg>
      <pc:sldChg chg="addSp delSp modSp">
        <pc:chgData name="Alessandro Vulcu" userId="S::alessandro.vulcu@studenti.unipd.it::5994032a-4236-4402-8dd4-c847d7b5cf6a" providerId="AD" clId="Web-{C20B8E25-B7E0-E02F-A5CB-F76E38790EE3}" dt="2026-10-13T20:10:41.183" v="403" actId="20577"/>
        <pc:sldMkLst>
          <pc:docMk/>
          <pc:sldMk cId="4019441846" sldId="278"/>
        </pc:sldMkLst>
        <pc:spChg chg="add del mod">
          <ac:chgData name="Alessandro Vulcu" userId="S::alessandro.vulcu@studenti.unipd.it::5994032a-4236-4402-8dd4-c847d7b5cf6a" providerId="AD" clId="Web-{C20B8E25-B7E0-E02F-A5CB-F76E38790EE3}" dt="2026-10-13T19:54:24.150" v="79"/>
          <ac:spMkLst>
            <pc:docMk/>
            <pc:sldMk cId="4019441846" sldId="278"/>
            <ac:spMk id="2" creationId="{1024D0B2-EFBA-4C50-D8B2-41F941B0583F}"/>
          </ac:spMkLst>
        </pc:spChg>
        <pc:spChg chg="add del mod">
          <ac:chgData name="Alessandro Vulcu" userId="S::alessandro.vulcu@studenti.unipd.it::5994032a-4236-4402-8dd4-c847d7b5cf6a" providerId="AD" clId="Web-{C20B8E25-B7E0-E02F-A5CB-F76E38790EE3}" dt="2026-10-13T19:55:18.136" v="170" actId="20577"/>
          <ac:spMkLst>
            <pc:docMk/>
            <pc:sldMk cId="4019441846" sldId="278"/>
            <ac:spMk id="4" creationId="{2DD0E76D-E4BF-2C21-3C81-5620A919C984}"/>
          </ac:spMkLst>
        </pc:spChg>
        <pc:spChg chg="add del">
          <ac:chgData name="Alessandro Vulcu" userId="S::alessandro.vulcu@studenti.unipd.it::5994032a-4236-4402-8dd4-c847d7b5cf6a" providerId="AD" clId="Web-{C20B8E25-B7E0-E02F-A5CB-F76E38790EE3}" dt="2026-10-13T19:54:25.712" v="80"/>
          <ac:spMkLst>
            <pc:docMk/>
            <pc:sldMk cId="4019441846" sldId="278"/>
            <ac:spMk id="5" creationId="{B2BF387F-0942-5C31-C124-E140C0C31705}"/>
          </ac:spMkLst>
        </pc:spChg>
        <pc:spChg chg="add del">
          <ac:chgData name="Alessandro Vulcu" userId="S::alessandro.vulcu@studenti.unipd.it::5994032a-4236-4402-8dd4-c847d7b5cf6a" providerId="AD" clId="Web-{C20B8E25-B7E0-E02F-A5CB-F76E38790EE3}" dt="2026-10-13T19:54:26.509" v="81"/>
          <ac:spMkLst>
            <pc:docMk/>
            <pc:sldMk cId="4019441846" sldId="278"/>
            <ac:spMk id="6" creationId="{059C9F8E-732A-7F67-876E-604C612E8E51}"/>
          </ac:spMkLst>
        </pc:spChg>
        <pc:spChg chg="del mod">
          <ac:chgData name="Alessandro Vulcu" userId="S::alessandro.vulcu@studenti.unipd.it::5994032a-4236-4402-8dd4-c847d7b5cf6a" providerId="AD" clId="Web-{C20B8E25-B7E0-E02F-A5CB-F76E38790EE3}" dt="2026-10-13T20:10:31.964" v="389"/>
          <ac:spMkLst>
            <pc:docMk/>
            <pc:sldMk cId="4019441846" sldId="278"/>
            <ac:spMk id="9" creationId="{CDE26FEA-2F4A-036E-B95D-98E4CF12FDF1}"/>
          </ac:spMkLst>
        </pc:spChg>
        <pc:spChg chg="mod">
          <ac:chgData name="Alessandro Vulcu" userId="S::alessandro.vulcu@studenti.unipd.it::5994032a-4236-4402-8dd4-c847d7b5cf6a" providerId="AD" clId="Web-{C20B8E25-B7E0-E02F-A5CB-F76E38790EE3}" dt="2026-10-13T20:10:41.183" v="403" actId="20577"/>
          <ac:spMkLst>
            <pc:docMk/>
            <pc:sldMk cId="4019441846" sldId="278"/>
            <ac:spMk id="150" creationId="{69046892-0C8D-6DA3-4F5F-80F223DC0B52}"/>
          </ac:spMkLst>
        </pc:spChg>
        <pc:picChg chg="add del mod">
          <ac:chgData name="Alessandro Vulcu" userId="S::alessandro.vulcu@studenti.unipd.it::5994032a-4236-4402-8dd4-c847d7b5cf6a" providerId="AD" clId="Web-{C20B8E25-B7E0-E02F-A5CB-F76E38790EE3}" dt="2026-10-13T19:42:46.052" v="1"/>
          <ac:picMkLst>
            <pc:docMk/>
            <pc:sldMk cId="4019441846" sldId="278"/>
            <ac:picMk id="7" creationId="{76E142AA-0A2C-9B35-E65D-FBD1E233931E}"/>
          </ac:picMkLst>
        </pc:picChg>
        <pc:picChg chg="add mod">
          <ac:chgData name="Alessandro Vulcu" userId="S::alessandro.vulcu@studenti.unipd.it::5994032a-4236-4402-8dd4-c847d7b5cf6a" providerId="AD" clId="Web-{C20B8E25-B7E0-E02F-A5CB-F76E38790EE3}" dt="2026-10-13T19:56:25.934" v="171" actId="1076"/>
          <ac:picMkLst>
            <pc:docMk/>
            <pc:sldMk cId="4019441846" sldId="278"/>
            <ac:picMk id="8" creationId="{3CB2F698-E7E4-2EDA-F841-AC3C66DDC470}"/>
          </ac:picMkLst>
        </pc:picChg>
      </pc:sldChg>
    </pc:docChg>
  </pc:docChgLst>
  <pc:docChgLst>
    <pc:chgData name="Filippo Bellon" userId="S::filippo.bellon@studenti.unipd.it::a1a32256-d52c-4daf-b379-79fd61843191" providerId="AD" clId="Web-{3EE3791C-165C-81ED-1D94-3CE908ACAAB3}"/>
    <pc:docChg chg="modSld">
      <pc:chgData name="Filippo Bellon" userId="S::filippo.bellon@studenti.unipd.it::a1a32256-d52c-4daf-b379-79fd61843191" providerId="AD" clId="Web-{3EE3791C-165C-81ED-1D94-3CE908ACAAB3}" dt="2026-10-13T16:35:39.844" v="10" actId="20577"/>
      <pc:docMkLst>
        <pc:docMk/>
      </pc:docMkLst>
      <pc:sldChg chg="modSp">
        <pc:chgData name="Filippo Bellon" userId="S::filippo.bellon@studenti.unipd.it::a1a32256-d52c-4daf-b379-79fd61843191" providerId="AD" clId="Web-{3EE3791C-165C-81ED-1D94-3CE908ACAAB3}" dt="2026-10-13T16:35:39.844" v="10" actId="20577"/>
        <pc:sldMkLst>
          <pc:docMk/>
          <pc:sldMk cId="729301992" sldId="267"/>
        </pc:sldMkLst>
        <pc:spChg chg="mod">
          <ac:chgData name="Filippo Bellon" userId="S::filippo.bellon@studenti.unipd.it::a1a32256-d52c-4daf-b379-79fd61843191" providerId="AD" clId="Web-{3EE3791C-165C-81ED-1D94-3CE908ACAAB3}" dt="2026-10-13T16:35:39.844" v="10" actId="20577"/>
          <ac:spMkLst>
            <pc:docMk/>
            <pc:sldMk cId="729301992" sldId="267"/>
            <ac:spMk id="150" creationId="{6AC0D985-B3CC-95AA-A417-74AD60E57D1E}"/>
          </ac:spMkLst>
        </pc:spChg>
      </pc:sldChg>
      <pc:sldChg chg="mod modShow">
        <pc:chgData name="Filippo Bellon" userId="S::filippo.bellon@studenti.unipd.it::a1a32256-d52c-4daf-b379-79fd61843191" providerId="AD" clId="Web-{3EE3791C-165C-81ED-1D94-3CE908ACAAB3}" dt="2026-10-13T16:35:22.717" v="1"/>
        <pc:sldMkLst>
          <pc:docMk/>
          <pc:sldMk cId="2385642429" sldId="271"/>
        </pc:sldMkLst>
      </pc:sldChg>
    </pc:docChg>
  </pc:docChgLst>
  <pc:docChgLst>
    <pc:chgData name="Alessandro Vulcu" userId="S::alessandro.vulcu@studenti.unipd.it::5994032a-4236-4402-8dd4-c847d7b5cf6a" providerId="AD" clId="Web-{2448DB7B-8ACA-E780-7CEE-E777C2CD7F12}"/>
    <pc:docChg chg="modSld">
      <pc:chgData name="Alessandro Vulcu" userId="S::alessandro.vulcu@studenti.unipd.it::5994032a-4236-4402-8dd4-c847d7b5cf6a" providerId="AD" clId="Web-{2448DB7B-8ACA-E780-7CEE-E777C2CD7F12}" dt="2026-10-13T17:42:24.048" v="122" actId="1076"/>
      <pc:docMkLst>
        <pc:docMk/>
      </pc:docMkLst>
      <pc:sldChg chg="addSp delSp modSp">
        <pc:chgData name="Alessandro Vulcu" userId="S::alessandro.vulcu@studenti.unipd.it::5994032a-4236-4402-8dd4-c847d7b5cf6a" providerId="AD" clId="Web-{2448DB7B-8ACA-E780-7CEE-E777C2CD7F12}" dt="2026-10-13T17:42:24.048" v="122" actId="1076"/>
        <pc:sldMkLst>
          <pc:docMk/>
          <pc:sldMk cId="0" sldId="257"/>
        </pc:sldMkLst>
        <pc:spChg chg="add del mod">
          <ac:chgData name="Alessandro Vulcu" userId="S::alessandro.vulcu@studenti.unipd.it::5994032a-4236-4402-8dd4-c847d7b5cf6a" providerId="AD" clId="Web-{2448DB7B-8ACA-E780-7CEE-E777C2CD7F12}" dt="2026-10-13T17:40:37.153" v="7"/>
          <ac:spMkLst>
            <pc:docMk/>
            <pc:sldMk cId="0" sldId="257"/>
            <ac:spMk id="2" creationId="{766C4394-FEBB-A69C-F90C-4D9EDC4A0B72}"/>
          </ac:spMkLst>
        </pc:spChg>
        <pc:spChg chg="add del mod">
          <ac:chgData name="Alessandro Vulcu" userId="S::alessandro.vulcu@studenti.unipd.it::5994032a-4236-4402-8dd4-c847d7b5cf6a" providerId="AD" clId="Web-{2448DB7B-8ACA-E780-7CEE-E777C2CD7F12}" dt="2026-10-13T17:42:18.454" v="120"/>
          <ac:spMkLst>
            <pc:docMk/>
            <pc:sldMk cId="0" sldId="257"/>
            <ac:spMk id="3" creationId="{A3A40DB6-ABE7-9CD4-8262-7ABB741041BD}"/>
          </ac:spMkLst>
        </pc:spChg>
        <pc:picChg chg="mod">
          <ac:chgData name="Alessandro Vulcu" userId="S::alessandro.vulcu@studenti.unipd.it::5994032a-4236-4402-8dd4-c847d7b5cf6a" providerId="AD" clId="Web-{2448DB7B-8ACA-E780-7CEE-E777C2CD7F12}" dt="2026-10-13T17:42:24.048" v="122" actId="1076"/>
          <ac:picMkLst>
            <pc:docMk/>
            <pc:sldMk cId="0" sldId="257"/>
            <ac:picMk id="4" creationId="{99692B3E-10AA-8760-6477-75F087D51BC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13T22:16:16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19473 4895 16383 0 0,'3'0'0'0'0,"2"0"0"0"0,3 0 0 0 0,3 0 0 0 0,2 0 0 0 0,0 0 0 0 0,1 0 0 0 0,0 0 0 0 0,1 0 0 0 0,-1 0 0 0 0,0 0 0 0 0,0 0 0 0 0,-1 0 0 0 0,1 0 0 0 0,0 0 0 0 0,-1 0 0 0 0,1 0 0 0 0,-3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13T22:10:55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19473 4895 16383 0 0,'3'0'0'0'0,"2"0"0"0"0,3 0 0 0 0,3 0 0 0 0,2 0 0 0 0,0 0 0 0 0,1 0 0 0 0,0 0 0 0 0,1 0 0 0 0,-1 0 0 0 0,0 0 0 0 0,0 0 0 0 0,-1 0 0 0 0,1 0 0 0 0,0 0 0 0 0,-1 0 0 0 0,1 0 0 0 0,-3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13T22:11:07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19473 4895 16383 0 0,'3'0'0'0'0,"2"0"0"0"0,3 0 0 0 0,3 0 0 0 0,2 0 0 0 0,0 0 0 0 0,1 0 0 0 0,0 0 0 0 0,1 0 0 0 0,-1 0 0 0 0,0 0 0 0 0,0 0 0 0 0,-1 0 0 0 0,1 0 0 0 0,0 0 0 0 0,-1 0 0 0 0,1 0 0 0 0,-3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FA8B1DC-D04A-9097-730A-A2D02A1A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>
            <a:extLst>
              <a:ext uri="{FF2B5EF4-FFF2-40B4-BE49-F238E27FC236}">
                <a16:creationId xmlns:a16="http://schemas.microsoft.com/office/drawing/2014/main" id="{07A451AF-329B-7EC4-B2FC-31EDA14A1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>
            <a:extLst>
              <a:ext uri="{FF2B5EF4-FFF2-40B4-BE49-F238E27FC236}">
                <a16:creationId xmlns:a16="http://schemas.microsoft.com/office/drawing/2014/main" id="{9859920E-2200-0CD8-FB91-7F386394E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599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A9947A2-5CA4-A167-E785-55E4DAA9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>
            <a:extLst>
              <a:ext uri="{FF2B5EF4-FFF2-40B4-BE49-F238E27FC236}">
                <a16:creationId xmlns:a16="http://schemas.microsoft.com/office/drawing/2014/main" id="{B7D30521-4DA3-BBB4-CFE3-C68220F86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>
            <a:extLst>
              <a:ext uri="{FF2B5EF4-FFF2-40B4-BE49-F238E27FC236}">
                <a16:creationId xmlns:a16="http://schemas.microsoft.com/office/drawing/2014/main" id="{DFB2AF43-0B0E-5D84-CBF5-35373714A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27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>
                <a:cs typeface="Arial"/>
              </a:rPr>
              <a:t>Explaination</a:t>
            </a:r>
            <a:r>
              <a:rPr lang="it-IT">
                <a:cs typeface="Arial"/>
              </a:rPr>
              <a:t>: TCP </a:t>
            </a:r>
            <a:r>
              <a:rPr lang="it-IT" err="1">
                <a:cs typeface="Arial"/>
              </a:rPr>
              <a:t>is</a:t>
            </a:r>
            <a:r>
              <a:rPr lang="it-IT">
                <a:cs typeface="Arial"/>
              </a:rPr>
              <a:t> a set of rules </a:t>
            </a:r>
            <a:r>
              <a:rPr lang="it-IT" err="1">
                <a:cs typeface="Arial"/>
              </a:rPr>
              <a:t>that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lets</a:t>
            </a:r>
            <a:r>
              <a:rPr lang="it-IT">
                <a:cs typeface="Arial"/>
              </a:rPr>
              <a:t> 2 </a:t>
            </a:r>
            <a:r>
              <a:rPr lang="it-IT" err="1">
                <a:cs typeface="Arial"/>
              </a:rPr>
              <a:t>applications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exchange</a:t>
            </a:r>
            <a:r>
              <a:rPr lang="it-IT">
                <a:cs typeface="Arial"/>
              </a:rPr>
              <a:t> data </a:t>
            </a:r>
            <a:r>
              <a:rPr lang="it-IT" err="1">
                <a:cs typeface="Arial"/>
              </a:rPr>
              <a:t>reliably</a:t>
            </a:r>
            <a:r>
              <a:rPr lang="it-IT">
                <a:cs typeface="Arial"/>
              </a:rPr>
              <a:t> and in the </a:t>
            </a:r>
            <a:r>
              <a:rPr lang="it-IT" err="1">
                <a:cs typeface="Arial"/>
              </a:rPr>
              <a:t>correct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order</a:t>
            </a:r>
            <a:r>
              <a:rPr lang="it-IT">
                <a:cs typeface="Arial"/>
              </a:rPr>
              <a:t> over a network. </a:t>
            </a:r>
            <a:r>
              <a:rPr lang="it-IT" err="1">
                <a:cs typeface="Arial"/>
              </a:rPr>
              <a:t>Includes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also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error</a:t>
            </a:r>
            <a:r>
              <a:rPr lang="it-IT">
                <a:cs typeface="Arial"/>
              </a:rPr>
              <a:t> recovery.</a:t>
            </a:r>
          </a:p>
          <a:p>
            <a:pPr marL="0" indent="0">
              <a:buNone/>
            </a:pPr>
            <a:r>
              <a:rPr lang="it-IT" err="1">
                <a:cs typeface="Arial"/>
              </a:rPr>
              <a:t>It</a:t>
            </a:r>
            <a:r>
              <a:rPr lang="it-IT">
                <a:cs typeface="Arial"/>
              </a:rPr>
              <a:t> works by a 3-way </a:t>
            </a:r>
            <a:r>
              <a:rPr lang="it-IT" err="1">
                <a:cs typeface="Arial"/>
              </a:rPr>
              <a:t>handshake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between</a:t>
            </a:r>
            <a:r>
              <a:rPr lang="it-IT">
                <a:cs typeface="Arial"/>
              </a:rPr>
              <a:t> client and server:</a:t>
            </a:r>
            <a:br>
              <a:rPr lang="it-IT">
                <a:cs typeface="+mn-lt"/>
              </a:rPr>
            </a:br>
            <a:r>
              <a:rPr lang="it-IT">
                <a:cs typeface="Arial"/>
              </a:rPr>
              <a:t>-   SYN: I </a:t>
            </a:r>
            <a:r>
              <a:rPr lang="it-IT" err="1">
                <a:cs typeface="Arial"/>
              </a:rPr>
              <a:t>want</a:t>
            </a:r>
            <a:r>
              <a:rPr lang="it-IT">
                <a:cs typeface="Arial"/>
              </a:rPr>
              <a:t> to </a:t>
            </a:r>
            <a:r>
              <a:rPr lang="it-IT" err="1">
                <a:cs typeface="Arial"/>
              </a:rPr>
              <a:t>connect</a:t>
            </a:r>
            <a:r>
              <a:rPr lang="it-IT">
                <a:cs typeface="Arial"/>
              </a:rPr>
              <a:t>, </a:t>
            </a:r>
            <a:r>
              <a:rPr lang="it-IT" err="1">
                <a:cs typeface="Arial"/>
              </a:rPr>
              <a:t>here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is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my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starting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seq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number</a:t>
            </a:r>
            <a:endParaRPr lang="it-IT">
              <a:cs typeface="Arial"/>
            </a:endParaRPr>
          </a:p>
          <a:p>
            <a:pPr marL="171450" indent="-171450">
              <a:buFont typeface="Calibri"/>
              <a:buChar char="-"/>
            </a:pPr>
            <a:r>
              <a:rPr lang="it-IT">
                <a:cs typeface="Arial"/>
              </a:rPr>
              <a:t>SYN/ACK: I </a:t>
            </a:r>
            <a:r>
              <a:rPr lang="it-IT" err="1">
                <a:cs typeface="Arial"/>
              </a:rPr>
              <a:t>received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your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request</a:t>
            </a:r>
            <a:r>
              <a:rPr lang="it-IT">
                <a:cs typeface="Arial"/>
              </a:rPr>
              <a:t>, </a:t>
            </a:r>
            <a:r>
              <a:rPr lang="it-IT" err="1">
                <a:cs typeface="Arial"/>
              </a:rPr>
              <a:t>here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is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my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starting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sequence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number</a:t>
            </a:r>
            <a:endParaRPr lang="it-IT">
              <a:cs typeface="Arial"/>
            </a:endParaRPr>
          </a:p>
          <a:p>
            <a:pPr marL="171450" indent="-171450">
              <a:buFont typeface="Calibri"/>
              <a:buChar char="-"/>
            </a:pPr>
            <a:r>
              <a:rPr lang="it-IT">
                <a:cs typeface="Arial"/>
              </a:rPr>
              <a:t>ACK: </a:t>
            </a:r>
            <a:r>
              <a:rPr lang="it-IT" err="1">
                <a:cs typeface="Arial"/>
              </a:rPr>
              <a:t>received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your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response</a:t>
            </a:r>
            <a:endParaRPr lang="it-IT">
              <a:cs typeface="Arial"/>
            </a:endParaRPr>
          </a:p>
          <a:p>
            <a:pPr marL="0" indent="0">
              <a:buNone/>
            </a:pPr>
            <a:r>
              <a:rPr lang="it-IT">
                <a:cs typeface="Arial"/>
              </a:rPr>
              <a:t>A RST </a:t>
            </a:r>
            <a:r>
              <a:rPr lang="it-IT" err="1">
                <a:cs typeface="Arial"/>
              </a:rPr>
              <a:t>packet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is</a:t>
            </a:r>
            <a:r>
              <a:rPr lang="it-IT">
                <a:cs typeface="Arial"/>
              </a:rPr>
              <a:t> </a:t>
            </a:r>
            <a:r>
              <a:rPr lang="it-IT" err="1">
                <a:cs typeface="Arial"/>
              </a:rPr>
              <a:t>sent</a:t>
            </a:r>
            <a:r>
              <a:rPr lang="it-IT">
                <a:cs typeface="Arial"/>
              </a:rPr>
              <a:t> by the client to determine the </a:t>
            </a:r>
            <a:r>
              <a:rPr lang="it-IT" err="1">
                <a:cs typeface="Arial"/>
              </a:rPr>
              <a:t>existing</a:t>
            </a:r>
            <a:r>
              <a:rPr lang="it-IT">
                <a:cs typeface="Arial"/>
              </a:rPr>
              <a:t> TCP Session, </a:t>
            </a:r>
            <a:r>
              <a:rPr lang="it-IT" err="1">
                <a:cs typeface="Arial"/>
              </a:rPr>
              <a:t>used</a:t>
            </a:r>
            <a:r>
              <a:rPr lang="it-IT">
                <a:cs typeface="Arial"/>
              </a:rPr>
              <a:t> for </a:t>
            </a:r>
            <a:r>
              <a:rPr lang="it-IT" err="1">
                <a:cs typeface="Arial"/>
              </a:rPr>
              <a:t>error</a:t>
            </a:r>
            <a:r>
              <a:rPr lang="it-IT">
                <a:cs typeface="Arial"/>
              </a:rPr>
              <a:t> reporting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24101F8-8241-E605-E449-4860FA3C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13321465-E024-0544-F08F-6DBDBC48C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468CFF5C-17E6-2451-606B-62FAC55BF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dk1"/>
                </a:solidFill>
              </a:rPr>
              <a:t>SYN flood:</a:t>
            </a:r>
            <a:r>
              <a:rPr lang="en-US">
                <a:solidFill>
                  <a:schemeClr val="dk1"/>
                </a:solidFill>
              </a:rPr>
              <a:t> An attacker sends many TCP </a:t>
            </a:r>
            <a:r>
              <a:rPr lang="en-US" b="1">
                <a:solidFill>
                  <a:schemeClr val="dk1"/>
                </a:solidFill>
              </a:rPr>
              <a:t>SYN</a:t>
            </a:r>
            <a:r>
              <a:rPr lang="en-US">
                <a:solidFill>
                  <a:schemeClr val="dk1"/>
                </a:solidFill>
              </a:rPr>
              <a:t> requests, which begin the SYN → SYN-ACK → ACK handshake, but never completes it. </a:t>
            </a:r>
            <a:endParaRPr lang="it-IT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dk1"/>
                </a:solidFill>
              </a:rPr>
              <a:t>The server accumulates half-open connections, potentially exhausting resources and blocking legitimate clients.</a:t>
            </a:r>
            <a:endParaRPr lang="it-IT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48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907CB2DD-DD27-E2DA-4818-32C854A22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EECC4E23-F8F0-7EF2-E905-6355AF6AB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C4E64F1E-9BAC-5161-016D-52AD6852A0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dk1"/>
                </a:solidFill>
              </a:rPr>
              <a:t>SYN cookie:</a:t>
            </a:r>
            <a:r>
              <a:rPr lang="en-US">
                <a:solidFill>
                  <a:schemeClr val="dk1"/>
                </a:solidFill>
              </a:rPr>
              <a:t> A defense that will kick in if the machine detects that it is under the SYN flooding attack. When a valid final ACK arrives, the server validates the cookie and creates the connection. This reduces resource exhaustion, but doesn’t prevent an attack from saturating network bandwidth. </a:t>
            </a: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>
                <a:cs typeface="Arial"/>
              </a:rPr>
              <a:t>The sequence number of the server is a calculated cookie. If the client replies correctly, the server checks if the </a:t>
            </a:r>
            <a:r>
              <a:rPr lang="en-US" err="1">
                <a:cs typeface="Arial"/>
              </a:rPr>
              <a:t>syncookie</a:t>
            </a:r>
            <a:r>
              <a:rPr lang="en-US">
                <a:cs typeface="Arial"/>
              </a:rPr>
              <a:t> is correct by subtracting 1. if it's valid, creates the connection. </a:t>
            </a: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>
                <a:cs typeface="Arial"/>
              </a:rPr>
              <a:t>By default, in the VM this was disabled</a:t>
            </a:r>
          </a:p>
        </p:txBody>
      </p:sp>
    </p:spTree>
    <p:extLst>
      <p:ext uri="{BB962C8B-B14F-4D97-AF65-F5344CB8AC3E}">
        <p14:creationId xmlns:p14="http://schemas.microsoft.com/office/powerpoint/2010/main" val="4113785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CONTENUTO: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Codice </a:t>
            </a:r>
            <a:r>
              <a:rPr lang="it-IT" err="1">
                <a:solidFill>
                  <a:schemeClr val="dk1"/>
                </a:solidFill>
                <a:cs typeface="Arial"/>
              </a:rPr>
              <a:t>python</a:t>
            </a:r>
            <a:r>
              <a:rPr lang="it-IT">
                <a:solidFill>
                  <a:schemeClr val="dk1"/>
                </a:solidFill>
                <a:cs typeface="Arial"/>
              </a:rPr>
              <a:t> per </a:t>
            </a:r>
            <a:r>
              <a:rPr lang="it-IT" err="1">
                <a:solidFill>
                  <a:schemeClr val="dk1"/>
                </a:solidFill>
                <a:cs typeface="Arial"/>
              </a:rPr>
              <a:t>syn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flooding</a:t>
            </a:r>
            <a:r>
              <a:rPr lang="it-IT">
                <a:solidFill>
                  <a:schemeClr val="dk1"/>
                </a:solidFill>
                <a:cs typeface="Arial"/>
              </a:rPr>
              <a:t> con spiegazione breve</a:t>
            </a:r>
            <a:endParaRPr lang="it-IT">
              <a:cs typeface="Arial"/>
            </a:endParaRP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Mostrare coda e </a:t>
            </a:r>
            <a:r>
              <a:rPr lang="it-IT" err="1">
                <a:solidFill>
                  <a:schemeClr val="dk1"/>
                </a:solidFill>
                <a:cs typeface="Arial"/>
              </a:rPr>
              <a:t>syn</a:t>
            </a:r>
            <a:r>
              <a:rPr lang="it-IT">
                <a:solidFill>
                  <a:schemeClr val="dk1"/>
                </a:solidFill>
                <a:cs typeface="Arial"/>
              </a:rPr>
              <a:t> cookie non attivi</a:t>
            </a:r>
          </a:p>
          <a:p>
            <a:pPr marL="171450" indent="-171450">
              <a:buFont typeface="Calibri"/>
              <a:buChar char="-"/>
            </a:pPr>
            <a:endParaRPr lang="it-IT">
              <a:solidFill>
                <a:schemeClr val="dk1"/>
              </a:solidFill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C1DFBC38-F1A7-665C-5D3E-910D687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2234CA2C-246E-BACF-FCA4-B0CD252E7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A59C2C30-9494-591E-48C1-BF8689FBA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CONTENUTO: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Controllo occupazione coda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1 istanza di </a:t>
            </a:r>
            <a:r>
              <a:rPr lang="it-IT" err="1">
                <a:solidFill>
                  <a:schemeClr val="dk1"/>
                </a:solidFill>
                <a:cs typeface="Arial"/>
              </a:rPr>
              <a:t>flooding</a:t>
            </a:r>
            <a:r>
              <a:rPr lang="it-IT">
                <a:solidFill>
                  <a:schemeClr val="dk1"/>
                </a:solidFill>
                <a:cs typeface="Arial"/>
              </a:rPr>
              <a:t> PERMETTE connessione con telnet, NO se ne avviamo almeno 3 (no kernel </a:t>
            </a:r>
            <a:r>
              <a:rPr lang="it-IT" err="1">
                <a:solidFill>
                  <a:schemeClr val="dk1"/>
                </a:solidFill>
                <a:cs typeface="Arial"/>
              </a:rPr>
              <a:t>mitigation</a:t>
            </a:r>
            <a:r>
              <a:rPr lang="it-IT">
                <a:solidFill>
                  <a:schemeClr val="dk1"/>
                </a:solidFill>
                <a:cs typeface="Arial"/>
              </a:rPr>
              <a:t> piena) --&gt; ! (possibile aggiunta foto </a:t>
            </a:r>
            <a:r>
              <a:rPr lang="it-IT" err="1">
                <a:solidFill>
                  <a:schemeClr val="dk1"/>
                </a:solidFill>
                <a:cs typeface="Arial"/>
              </a:rPr>
              <a:t>Wireshark</a:t>
            </a:r>
            <a:r>
              <a:rPr lang="it-IT">
                <a:solidFill>
                  <a:schemeClr val="dk1"/>
                </a:solidFill>
                <a:cs typeface="Arial"/>
              </a:rPr>
              <a:t>)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Kernel </a:t>
            </a:r>
            <a:r>
              <a:rPr lang="it-IT" err="1">
                <a:solidFill>
                  <a:schemeClr val="dk1"/>
                </a:solidFill>
                <a:cs typeface="Arial"/>
              </a:rPr>
              <a:t>mitigation</a:t>
            </a:r>
            <a:r>
              <a:rPr lang="it-IT">
                <a:solidFill>
                  <a:schemeClr val="dk1"/>
                </a:solidFill>
                <a:cs typeface="Arial"/>
              </a:rPr>
              <a:t> utile per connettere connessioni precedenti (da dire anche se non testato ?)</a:t>
            </a:r>
          </a:p>
        </p:txBody>
      </p:sp>
    </p:spTree>
    <p:extLst>
      <p:ext uri="{BB962C8B-B14F-4D97-AF65-F5344CB8AC3E}">
        <p14:creationId xmlns:p14="http://schemas.microsoft.com/office/powerpoint/2010/main" val="2106815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E73333DB-D5A4-C5EF-8E20-925881B2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FECE561D-568D-5A0A-CFF4-BACB15DD8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BBD197CA-9595-A929-0F34-88187A63A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CONTENUTO: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  <a:cs typeface="Arial"/>
              </a:rPr>
              <a:t>Ridotto coda a 80 e resettato Kernel </a:t>
            </a:r>
            <a:r>
              <a:rPr lang="it-IT" err="1">
                <a:solidFill>
                  <a:schemeClr val="dk1"/>
                </a:solidFill>
              </a:rPr>
              <a:t>Mitigation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</a:rPr>
              <a:t>Ora 1 istanza di </a:t>
            </a:r>
            <a:r>
              <a:rPr lang="it-IT" err="1">
                <a:solidFill>
                  <a:schemeClr val="dk1"/>
                </a:solidFill>
              </a:rPr>
              <a:t>flooding</a:t>
            </a:r>
            <a:r>
              <a:rPr lang="it-IT">
                <a:solidFill>
                  <a:schemeClr val="dk1"/>
                </a:solidFill>
              </a:rPr>
              <a:t> impedisce connessione con telnet</a:t>
            </a:r>
          </a:p>
          <a:p>
            <a:pPr marL="171450" indent="-171450">
              <a:buFont typeface="Calibri"/>
              <a:buChar char="-"/>
            </a:pPr>
            <a:r>
              <a:rPr lang="it-IT">
                <a:solidFill>
                  <a:schemeClr val="dk1"/>
                </a:solidFill>
              </a:rPr>
              <a:t>Coda riempita all'80% (61 posti) e connessione telnet va in </a:t>
            </a:r>
            <a:r>
              <a:rPr lang="it-IT" err="1">
                <a:solidFill>
                  <a:schemeClr val="dk1"/>
                </a:solidFill>
              </a:rPr>
              <a:t>timeout</a:t>
            </a:r>
            <a:r>
              <a:rPr lang="it-IT">
                <a:solidFill>
                  <a:schemeClr val="dk1"/>
                </a:solidFill>
              </a:rPr>
              <a:t> (60 sec)</a:t>
            </a:r>
            <a:endParaRPr lang="it-IT">
              <a:solidFill>
                <a:schemeClr val="dk1"/>
              </a:solidFill>
              <a:cs typeface="Arial"/>
            </a:endParaRPr>
          </a:p>
          <a:p>
            <a:pPr marL="171450" indent="-171450">
              <a:buFont typeface="Calibri"/>
              <a:buChar char="-"/>
            </a:pPr>
            <a:endParaRPr lang="it-IT">
              <a:solidFill>
                <a:schemeClr val="dk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9596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96E4084C-DDBD-6A32-47DB-8D5A6334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3C4E1E7B-C075-34E9-22C6-D8E4CBCE5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56CE435B-D3CB-149C-E7B9-FD08DD7CB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</a:rPr>
              <a:t>CONTENUTO: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chemeClr val="dk1"/>
                </a:solidFill>
              </a:rPr>
              <a:t>Resettato coda a 256 e resettato Kernel </a:t>
            </a:r>
            <a:r>
              <a:rPr lang="it-IT" err="1">
                <a:solidFill>
                  <a:schemeClr val="dk1"/>
                </a:solidFill>
              </a:rPr>
              <a:t>Mitigation</a:t>
            </a:r>
            <a:endParaRPr lang="it-IT" err="1">
              <a:solidFill>
                <a:schemeClr val="dk1"/>
              </a:solidFill>
              <a:cs typeface="Arial"/>
            </a:endParaRP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rgbClr val="000000"/>
                </a:solidFill>
                <a:cs typeface="Arial"/>
              </a:rPr>
              <a:t>File C utilizzato molto più veloce del Python a riempire la coda, MA necessarie almeno 2 istanze attive per impedire connessione telnet</a:t>
            </a: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rgbClr val="000000"/>
                </a:solidFill>
                <a:cs typeface="Arial"/>
              </a:rPr>
              <a:t>Nonostante indirizzo in "coda destinazioni conosciute", connessione non sempre possibile</a:t>
            </a:r>
          </a:p>
        </p:txBody>
      </p:sp>
    </p:spTree>
    <p:extLst>
      <p:ext uri="{BB962C8B-B14F-4D97-AF65-F5344CB8AC3E}">
        <p14:creationId xmlns:p14="http://schemas.microsoft.com/office/powerpoint/2010/main" val="191556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4B041D8-FBA3-A97A-4E30-FEF6C93F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C4C4A6AD-3EFA-E55B-50D4-DD9CCA6E3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CB326367-5882-5303-2F58-ACF90D7C1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</a:rPr>
              <a:t>CONTENUTO: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chemeClr val="dk1"/>
                </a:solidFill>
              </a:rPr>
              <a:t>Resettato coda a 256 e resettato Kernel </a:t>
            </a:r>
            <a:r>
              <a:rPr lang="it-IT" err="1">
                <a:solidFill>
                  <a:schemeClr val="dk1"/>
                </a:solidFill>
              </a:rPr>
              <a:t>Mitigation</a:t>
            </a: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rgbClr val="000000"/>
                </a:solidFill>
                <a:cs typeface="Arial"/>
              </a:rPr>
              <a:t>Abilitato SYN cookie</a:t>
            </a:r>
          </a:p>
          <a:p>
            <a:pPr marL="171450" indent="-171450">
              <a:buFont typeface="Calibri,Sans-Serif"/>
              <a:buChar char="-"/>
            </a:pPr>
            <a:r>
              <a:rPr lang="it-IT">
                <a:solidFill>
                  <a:srgbClr val="000000"/>
                </a:solidFill>
                <a:cs typeface="Arial"/>
              </a:rPr>
              <a:t>Connessione facile sia con codice Python che con codice C</a:t>
            </a:r>
          </a:p>
        </p:txBody>
      </p:sp>
    </p:spTree>
    <p:extLst>
      <p:ext uri="{BB962C8B-B14F-4D97-AF65-F5344CB8AC3E}">
        <p14:creationId xmlns:p14="http://schemas.microsoft.com/office/powerpoint/2010/main" val="1920967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07E3EBB-8FD6-4F18-8E27-5B9B648B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E9F627CD-84E2-F037-AD4C-4B4F2848A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68DB1C7C-18D1-C81E-55C7-9CB17E6CD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two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ways to terminate a connection: </a:t>
            </a:r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graceful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shutdown and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coordinated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exchange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FIN and ACK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endpoints.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all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pending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connection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connection. Once 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discards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connection state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performing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FIN/ACK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termination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procedure.</a:t>
            </a:r>
          </a:p>
          <a:p>
            <a:pPr fontAlgn="t"/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makes </a:t>
            </a:r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Reset </a:t>
            </a:r>
            <a:r>
              <a:rPr lang="it-IT" sz="11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attacker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forge a TCP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containing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flag and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believe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reset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originated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legitimate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peer and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terminate the connection.</a:t>
            </a:r>
          </a:p>
          <a:p>
            <a:pPr fontAlgn="t"/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an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attacker's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perspective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TCP Reset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forcing a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connection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closure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FIN/ACK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exchange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it-IT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b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requests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orderly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termination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forces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immediate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termination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spoofed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disrupt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TCP session with a single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forged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it-IT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sz="11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981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1A91AC2-D9EB-4039-2AFE-016E1593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FF679898-4066-40B7-A1B7-E758A81F6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5D54B3B0-75C7-CF49-56CF-A54126B47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Tx/>
              <a:buChar char="-"/>
            </a:pPr>
            <a:r>
              <a:rPr lang="en-US" dirty="0"/>
              <a:t>use container user1</a:t>
            </a:r>
          </a:p>
          <a:p>
            <a:pPr marL="171450" indent="-171450">
              <a:buFontTx/>
              <a:buChar char="-"/>
            </a:pPr>
            <a:r>
              <a:rPr lang="en-US" dirty="0"/>
              <a:t>make telnet </a:t>
            </a:r>
            <a:r>
              <a:rPr lang="en-US" dirty="0" err="1"/>
              <a:t>connection+login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see packets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insert in script</a:t>
            </a:r>
          </a:p>
          <a:p>
            <a:pPr marL="171450" indent="-171450">
              <a:buFontTx/>
              <a:buChar char="-"/>
            </a:pPr>
            <a:r>
              <a:rPr lang="en-US" dirty="0"/>
              <a:t>note that we </a:t>
            </a:r>
            <a:r>
              <a:rPr lang="en-US" dirty="0" err="1"/>
              <a:t>dont</a:t>
            </a:r>
            <a:r>
              <a:rPr lang="en-US" dirty="0"/>
              <a:t> need ack field</a:t>
            </a:r>
          </a:p>
        </p:txBody>
      </p:sp>
    </p:spTree>
    <p:extLst>
      <p:ext uri="{BB962C8B-B14F-4D97-AF65-F5344CB8AC3E}">
        <p14:creationId xmlns:p14="http://schemas.microsoft.com/office/powerpoint/2010/main" val="3768574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6F0D6A61-6C0E-E48B-F7D7-1F5A9C40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CF43AB8A-5E93-ECE5-B342-C462CC003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7F9F45C9-2D6C-6C9E-926E-F0E3C5280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450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E8C71014-23EC-8A72-C69A-514E2EE8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B2F4049D-890F-147A-5B72-01AA70FCA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481DC1D8-4113-3670-6FB9-67CB3A5E8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dk1"/>
                </a:solidFill>
              </a:rPr>
              <a:t>- explain </a:t>
            </a:r>
            <a:r>
              <a:rPr lang="en-US" dirty="0" err="1">
                <a:solidFill>
                  <a:schemeClr val="dk1"/>
                </a:solidFill>
              </a:rPr>
              <a:t>tot_seq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096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FDD3461D-22CD-EA8E-947C-DEDA30F6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9D30216B-5E53-7B8E-003C-D4BE7ADA6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30ACF0DC-4C15-B638-B41C-71DD5D7F1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receiving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forged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server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TCP session state.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legitimate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subsequently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Telnet data, the server no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longer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connection and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replies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TCP RST </a:t>
            </a:r>
            <a:r>
              <a:rPr lang="it-IT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</a:t>
            </a:r>
            <a:r>
              <a:rPr lang="it-IT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5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D2C8E008-6D57-7E04-5F8C-AED0FFA0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889B4AAC-E6F2-03E1-FFB4-468524725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F569091D-EBCF-8002-3048-26E34B9FA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As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we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did</a:t>
            </a:r>
            <a:r>
              <a:rPr lang="it-IT">
                <a:solidFill>
                  <a:schemeClr val="dk1"/>
                </a:solidFill>
                <a:cs typeface="Arial"/>
              </a:rPr>
              <a:t> for the Reset, </a:t>
            </a:r>
            <a:r>
              <a:rPr lang="it-IT" err="1">
                <a:solidFill>
                  <a:schemeClr val="dk1"/>
                </a:solidFill>
                <a:cs typeface="Arial"/>
              </a:rPr>
              <a:t>we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gather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necessary</a:t>
            </a:r>
            <a:r>
              <a:rPr lang="it-IT">
                <a:solidFill>
                  <a:schemeClr val="dk1"/>
                </a:solidFill>
                <a:cs typeface="Arial"/>
              </a:rPr>
              <a:t> information on </a:t>
            </a:r>
            <a:r>
              <a:rPr lang="it-IT" err="1">
                <a:solidFill>
                  <a:schemeClr val="dk1"/>
                </a:solidFill>
                <a:cs typeface="Arial"/>
              </a:rPr>
              <a:t>Wireshark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Next </a:t>
            </a:r>
            <a:r>
              <a:rPr lang="it-IT" err="1">
                <a:solidFill>
                  <a:schemeClr val="dk1"/>
                </a:solidFill>
                <a:cs typeface="Arial"/>
              </a:rPr>
              <a:t>Sequence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number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would</a:t>
            </a:r>
            <a:r>
              <a:rPr lang="it-IT">
                <a:solidFill>
                  <a:schemeClr val="dk1"/>
                </a:solidFill>
                <a:cs typeface="Arial"/>
              </a:rPr>
              <a:t> be last </a:t>
            </a:r>
            <a:r>
              <a:rPr lang="it-IT" err="1">
                <a:solidFill>
                  <a:schemeClr val="dk1"/>
                </a:solidFill>
                <a:cs typeface="Arial"/>
              </a:rPr>
              <a:t>Seq</a:t>
            </a:r>
            <a:r>
              <a:rPr lang="it-IT">
                <a:solidFill>
                  <a:schemeClr val="dk1"/>
                </a:solidFill>
                <a:cs typeface="Arial"/>
              </a:rPr>
              <a:t> + payload size (in </a:t>
            </a:r>
            <a:r>
              <a:rPr lang="it-IT" err="1">
                <a:solidFill>
                  <a:schemeClr val="dk1"/>
                </a:solidFill>
                <a:cs typeface="Arial"/>
              </a:rPr>
              <a:t>this</a:t>
            </a:r>
            <a:r>
              <a:rPr lang="it-IT">
                <a:solidFill>
                  <a:schemeClr val="dk1"/>
                </a:solidFill>
                <a:cs typeface="Arial"/>
              </a:rPr>
              <a:t> case 0) = </a:t>
            </a:r>
            <a:r>
              <a:rPr lang="it-IT" err="1">
                <a:solidFill>
                  <a:schemeClr val="dk1"/>
                </a:solidFill>
                <a:cs typeface="Arial"/>
              </a:rPr>
              <a:t>same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Seq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  <a:endParaRPr lang="it-IT"/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Edit the </a:t>
            </a:r>
            <a:r>
              <a:rPr lang="it-IT" err="1">
                <a:solidFill>
                  <a:schemeClr val="dk1"/>
                </a:solidFill>
                <a:cs typeface="Arial"/>
              </a:rPr>
              <a:t>provided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python</a:t>
            </a:r>
            <a:r>
              <a:rPr lang="it-IT">
                <a:solidFill>
                  <a:schemeClr val="dk1"/>
                </a:solidFill>
                <a:cs typeface="Arial"/>
              </a:rPr>
              <a:t> file with </a:t>
            </a:r>
            <a:r>
              <a:rPr lang="it-IT" b="1">
                <a:solidFill>
                  <a:schemeClr val="dk1"/>
                </a:solidFill>
                <a:cs typeface="Arial"/>
              </a:rPr>
              <a:t>source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port,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seq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num</a:t>
            </a:r>
            <a:r>
              <a:rPr lang="it-IT" b="1">
                <a:solidFill>
                  <a:schemeClr val="dk1"/>
                </a:solidFill>
                <a:cs typeface="Arial"/>
              </a:rPr>
              <a:t>,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ack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num</a:t>
            </a:r>
            <a:r>
              <a:rPr lang="it-IT" b="1">
                <a:solidFill>
                  <a:schemeClr val="dk1"/>
                </a:solidFill>
                <a:cs typeface="Arial"/>
              </a:rPr>
              <a:t>, flags </a:t>
            </a:r>
            <a:r>
              <a:rPr lang="it-IT">
                <a:solidFill>
                  <a:schemeClr val="dk1"/>
                </a:solidFill>
                <a:cs typeface="Arial"/>
              </a:rPr>
              <a:t>and the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command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placed</a:t>
            </a:r>
            <a:r>
              <a:rPr lang="it-IT">
                <a:solidFill>
                  <a:schemeClr val="dk1"/>
                </a:solidFill>
                <a:cs typeface="Arial"/>
              </a:rPr>
              <a:t> inside the data field.</a:t>
            </a:r>
          </a:p>
        </p:txBody>
      </p:sp>
    </p:spTree>
    <p:extLst>
      <p:ext uri="{BB962C8B-B14F-4D97-AF65-F5344CB8AC3E}">
        <p14:creationId xmlns:p14="http://schemas.microsoft.com/office/powerpoint/2010/main" val="2522011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71272144-AA74-86A6-6217-25406F1B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63A19ABB-39FA-14CC-D6BE-F94FDE2D8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38A5AEEB-06DE-63F7-EB09-E628B3FC0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As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we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send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it</a:t>
            </a:r>
            <a:r>
              <a:rPr lang="it-IT">
                <a:solidFill>
                  <a:schemeClr val="dk1"/>
                </a:solidFill>
                <a:cs typeface="Arial"/>
              </a:rPr>
              <a:t>, the </a:t>
            </a:r>
            <a:r>
              <a:rPr lang="it-IT" err="1">
                <a:solidFill>
                  <a:schemeClr val="dk1"/>
                </a:solidFill>
                <a:cs typeface="Arial"/>
              </a:rPr>
              <a:t>forged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packet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then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inspected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to show the </a:t>
            </a:r>
            <a:r>
              <a:rPr lang="it-IT" err="1">
                <a:solidFill>
                  <a:schemeClr val="dk1"/>
                </a:solidFill>
                <a:cs typeface="Arial"/>
              </a:rPr>
              <a:t>various</a:t>
            </a:r>
            <a:r>
              <a:rPr lang="it-IT">
                <a:solidFill>
                  <a:schemeClr val="dk1"/>
                </a:solidFill>
                <a:cs typeface="Arial"/>
              </a:rPr>
              <a:t> fields and </a:t>
            </a:r>
            <a:r>
              <a:rPr lang="it-IT" err="1">
                <a:solidFill>
                  <a:schemeClr val="dk1"/>
                </a:solidFill>
                <a:cs typeface="Arial"/>
              </a:rPr>
              <a:t>values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that</a:t>
            </a:r>
            <a:r>
              <a:rPr lang="it-IT">
                <a:solidFill>
                  <a:schemeClr val="dk1"/>
                </a:solidFill>
                <a:cs typeface="Arial"/>
              </a:rPr>
              <a:t> are part of </a:t>
            </a:r>
            <a:r>
              <a:rPr lang="it-IT" err="1">
                <a:solidFill>
                  <a:schemeClr val="dk1"/>
                </a:solidFill>
                <a:cs typeface="Arial"/>
              </a:rPr>
              <a:t>it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IPs</a:t>
            </a:r>
            <a:r>
              <a:rPr lang="it-IT">
                <a:solidFill>
                  <a:schemeClr val="dk1"/>
                </a:solidFill>
                <a:cs typeface="Arial"/>
              </a:rPr>
              <a:t>, </a:t>
            </a:r>
            <a:r>
              <a:rPr lang="it-IT" err="1">
                <a:solidFill>
                  <a:schemeClr val="dk1"/>
                </a:solidFill>
                <a:cs typeface="Arial"/>
              </a:rPr>
              <a:t>Seq</a:t>
            </a:r>
            <a:r>
              <a:rPr lang="it-IT">
                <a:solidFill>
                  <a:schemeClr val="dk1"/>
                </a:solidFill>
                <a:cs typeface="Arial"/>
              </a:rPr>
              <a:t>, Ack, Port and Flags.</a:t>
            </a:r>
          </a:p>
        </p:txBody>
      </p:sp>
    </p:spTree>
    <p:extLst>
      <p:ext uri="{BB962C8B-B14F-4D97-AF65-F5344CB8AC3E}">
        <p14:creationId xmlns:p14="http://schemas.microsoft.com/office/powerpoint/2010/main" val="13292528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36679A17-11F0-0269-436E-D6F58B8F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A4A7D29B-27F0-7986-3E64-A6C364605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9FA2D66A-6F84-1FCB-B4D8-04062BFA5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Checking on </a:t>
            </a:r>
            <a:r>
              <a:rPr lang="it-IT" err="1">
                <a:solidFill>
                  <a:schemeClr val="dk1"/>
                </a:solidFill>
                <a:cs typeface="Arial"/>
              </a:rPr>
              <a:t>Wireshark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Packet</a:t>
            </a:r>
            <a:r>
              <a:rPr lang="it-IT">
                <a:solidFill>
                  <a:schemeClr val="dk1"/>
                </a:solidFill>
                <a:cs typeface="Arial"/>
              </a:rPr>
              <a:t> with </a:t>
            </a:r>
            <a:r>
              <a:rPr lang="it-IT" err="1">
                <a:solidFill>
                  <a:schemeClr val="dk1"/>
                </a:solidFill>
                <a:cs typeface="Arial"/>
              </a:rPr>
              <a:t>correct</a:t>
            </a:r>
            <a:r>
              <a:rPr lang="it-IT">
                <a:solidFill>
                  <a:schemeClr val="dk1"/>
                </a:solidFill>
                <a:cs typeface="Arial"/>
              </a:rPr>
              <a:t> data and </a:t>
            </a:r>
            <a:r>
              <a:rPr lang="it-IT" err="1">
                <a:solidFill>
                  <a:schemeClr val="dk1"/>
                </a:solidFill>
                <a:cs typeface="Arial"/>
              </a:rPr>
              <a:t>forged</a:t>
            </a:r>
            <a:r>
              <a:rPr lang="it-IT">
                <a:solidFill>
                  <a:schemeClr val="dk1"/>
                </a:solidFill>
                <a:cs typeface="Arial"/>
              </a:rPr>
              <a:t> payload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sent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and the server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acknowledge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that</a:t>
            </a:r>
            <a:r>
              <a:rPr lang="it-IT">
                <a:solidFill>
                  <a:schemeClr val="dk1"/>
                </a:solidFill>
                <a:cs typeface="Arial"/>
              </a:rPr>
              <a:t>,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accepting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the </a:t>
            </a:r>
            <a:r>
              <a:rPr lang="it-IT" err="1">
                <a:solidFill>
                  <a:schemeClr val="dk1"/>
                </a:solidFill>
                <a:cs typeface="Arial"/>
              </a:rPr>
              <a:t>packet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as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legitimate</a:t>
            </a:r>
            <a:r>
              <a:rPr lang="it-IT">
                <a:solidFill>
                  <a:schemeClr val="dk1"/>
                </a:solidFill>
                <a:cs typeface="Arial"/>
              </a:rPr>
              <a:t> and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executing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the code inside.</a:t>
            </a: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 b="1">
                <a:solidFill>
                  <a:schemeClr val="dk1"/>
                </a:solidFill>
                <a:cs typeface="Arial"/>
              </a:rPr>
              <a:t>Connection </a:t>
            </a:r>
            <a:r>
              <a:rPr lang="it-IT" err="1">
                <a:solidFill>
                  <a:schemeClr val="dk1"/>
                </a:solidFill>
                <a:cs typeface="Arial"/>
              </a:rPr>
              <a:t>between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legitimate</a:t>
            </a:r>
            <a:r>
              <a:rPr lang="it-IT">
                <a:solidFill>
                  <a:schemeClr val="dk1"/>
                </a:solidFill>
                <a:cs typeface="Arial"/>
              </a:rPr>
              <a:t> client and server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</a:rPr>
              <a:t>desynchronized</a:t>
            </a:r>
            <a:r>
              <a:rPr lang="it-IT" b="1">
                <a:solidFill>
                  <a:schemeClr val="dk1"/>
                </a:solidFill>
              </a:rPr>
              <a:t>, </a:t>
            </a:r>
            <a:r>
              <a:rPr lang="it-IT" err="1">
                <a:solidFill>
                  <a:schemeClr val="dk1"/>
                </a:solidFill>
              </a:rPr>
              <a:t>as</a:t>
            </a:r>
            <a:r>
              <a:rPr lang="it-IT">
                <a:solidFill>
                  <a:schemeClr val="dk1"/>
                </a:solidFill>
              </a:rPr>
              <a:t> </a:t>
            </a:r>
            <a:r>
              <a:rPr lang="it-IT" err="1">
                <a:solidFill>
                  <a:schemeClr val="dk1"/>
                </a:solidFill>
              </a:rPr>
              <a:t>shown</a:t>
            </a:r>
            <a:r>
              <a:rPr lang="it-IT">
                <a:solidFill>
                  <a:schemeClr val="dk1"/>
                </a:solidFill>
              </a:rPr>
              <a:t> by </a:t>
            </a:r>
            <a:r>
              <a:rPr lang="it-IT" err="1">
                <a:solidFill>
                  <a:schemeClr val="dk1"/>
                </a:solidFill>
              </a:rPr>
              <a:t>continuos</a:t>
            </a:r>
            <a:r>
              <a:rPr lang="it-IT">
                <a:solidFill>
                  <a:schemeClr val="dk1"/>
                </a:solidFill>
              </a:rPr>
              <a:t> </a:t>
            </a:r>
            <a:r>
              <a:rPr lang="it-IT" err="1">
                <a:solidFill>
                  <a:schemeClr val="dk1"/>
                </a:solidFill>
              </a:rPr>
              <a:t>sending</a:t>
            </a:r>
            <a:r>
              <a:rPr lang="it-IT">
                <a:solidFill>
                  <a:schemeClr val="dk1"/>
                </a:solidFill>
              </a:rPr>
              <a:t> of TCP </a:t>
            </a:r>
            <a:r>
              <a:rPr lang="it-IT" err="1">
                <a:solidFill>
                  <a:schemeClr val="dk1"/>
                </a:solidFill>
              </a:rPr>
              <a:t>Dup</a:t>
            </a:r>
            <a:r>
              <a:rPr lang="it-IT">
                <a:solidFill>
                  <a:schemeClr val="dk1"/>
                </a:solidFill>
              </a:rPr>
              <a:t>(</a:t>
            </a:r>
            <a:r>
              <a:rPr lang="it-IT" err="1">
                <a:solidFill>
                  <a:schemeClr val="dk1"/>
                </a:solidFill>
              </a:rPr>
              <a:t>licate</a:t>
            </a:r>
            <a:r>
              <a:rPr lang="it-IT">
                <a:solidFill>
                  <a:schemeClr val="dk1"/>
                </a:solidFill>
              </a:rPr>
              <a:t>) Ack and TCP </a:t>
            </a:r>
            <a:r>
              <a:rPr lang="it-IT" err="1">
                <a:solidFill>
                  <a:schemeClr val="dk1"/>
                </a:solidFill>
              </a:rPr>
              <a:t>Retransmission</a:t>
            </a:r>
            <a:r>
              <a:rPr lang="it-IT">
                <a:solidFill>
                  <a:schemeClr val="dk1"/>
                </a:solidFill>
              </a:rPr>
              <a:t> </a:t>
            </a:r>
            <a:r>
              <a:rPr lang="it-IT" err="1">
                <a:solidFill>
                  <a:schemeClr val="dk1"/>
                </a:solidFill>
              </a:rPr>
              <a:t>packets</a:t>
            </a:r>
            <a:r>
              <a:rPr lang="it-IT">
                <a:solidFill>
                  <a:schemeClr val="dk1"/>
                </a:solidFill>
              </a:rPr>
              <a:t>.</a:t>
            </a:r>
            <a:endParaRPr lang="it-IT">
              <a:cs typeface="Arial"/>
            </a:endParaRP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Results</a:t>
            </a:r>
            <a:r>
              <a:rPr lang="it-IT">
                <a:solidFill>
                  <a:schemeClr val="dk1"/>
                </a:solidFill>
                <a:cs typeface="Arial"/>
              </a:rPr>
              <a:t>/</a:t>
            </a:r>
            <a:r>
              <a:rPr lang="it-IT" err="1">
                <a:solidFill>
                  <a:schemeClr val="dk1"/>
                </a:solidFill>
                <a:cs typeface="Arial"/>
              </a:rPr>
              <a:t>Effects</a:t>
            </a:r>
            <a:r>
              <a:rPr lang="it-IT">
                <a:solidFill>
                  <a:schemeClr val="dk1"/>
                </a:solidFill>
                <a:cs typeface="Arial"/>
              </a:rPr>
              <a:t> are </a:t>
            </a:r>
            <a:r>
              <a:rPr lang="it-IT" err="1">
                <a:solidFill>
                  <a:schemeClr val="dk1"/>
                </a:solidFill>
                <a:cs typeface="Arial"/>
              </a:rPr>
              <a:t>verified</a:t>
            </a:r>
            <a:r>
              <a:rPr lang="it-IT">
                <a:solidFill>
                  <a:schemeClr val="dk1"/>
                </a:solidFill>
                <a:cs typeface="Arial"/>
              </a:rPr>
              <a:t> by </a:t>
            </a:r>
            <a:r>
              <a:rPr lang="it-IT" err="1">
                <a:solidFill>
                  <a:schemeClr val="dk1"/>
                </a:solidFill>
                <a:cs typeface="Arial"/>
              </a:rPr>
              <a:t>logging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into</a:t>
            </a:r>
            <a:r>
              <a:rPr lang="it-IT">
                <a:solidFill>
                  <a:schemeClr val="dk1"/>
                </a:solidFill>
                <a:cs typeface="Arial"/>
              </a:rPr>
              <a:t> the machine and checking for the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presence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of the </a:t>
            </a:r>
            <a:r>
              <a:rPr lang="it-IT" b="1">
                <a:solidFill>
                  <a:schemeClr val="dk1"/>
                </a:solidFill>
                <a:cs typeface="Arial"/>
              </a:rPr>
              <a:t>file </a:t>
            </a:r>
            <a:r>
              <a:rPr lang="it-IT">
                <a:solidFill>
                  <a:schemeClr val="dk1"/>
                </a:solidFill>
                <a:cs typeface="Arial"/>
              </a:rPr>
              <a:t>and </a:t>
            </a:r>
            <a:r>
              <a:rPr lang="it-IT" err="1">
                <a:solidFill>
                  <a:schemeClr val="dk1"/>
                </a:solidFill>
                <a:cs typeface="Arial"/>
              </a:rPr>
              <a:t>its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content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576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7BB85EE1-1D7D-F3A2-9CA4-CC1EF984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70F98140-BF47-47D3-7457-B900BF549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BAF1A269-AA21-7D84-9A33-8B34826E3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it-IT" b="1" err="1">
                <a:solidFill>
                  <a:schemeClr val="dk1"/>
                </a:solidFill>
                <a:cs typeface="Arial"/>
              </a:rPr>
              <a:t>Possible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automation</a:t>
            </a:r>
            <a:r>
              <a:rPr lang="it-IT" b="1">
                <a:solidFill>
                  <a:schemeClr val="dk1"/>
                </a:solidFill>
                <a:cs typeface="Arial"/>
              </a:rPr>
              <a:t> of the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whole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process</a:t>
            </a:r>
            <a:r>
              <a:rPr lang="it-IT" b="1">
                <a:solidFill>
                  <a:schemeClr val="dk1"/>
                </a:solidFill>
                <a:cs typeface="Arial"/>
              </a:rPr>
              <a:t>.</a:t>
            </a:r>
          </a:p>
          <a:p>
            <a:pPr marL="0" indent="0">
              <a:buNone/>
            </a:pPr>
            <a:endParaRPr lang="it-IT" b="1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 err="1">
                <a:solidFill>
                  <a:schemeClr val="dk1"/>
                </a:solidFill>
                <a:cs typeface="Arial"/>
              </a:rPr>
              <a:t>Packet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sniffed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analyzed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and </a:t>
            </a:r>
            <a:r>
              <a:rPr lang="it-IT" err="1">
                <a:solidFill>
                  <a:schemeClr val="dk1"/>
                </a:solidFill>
                <a:cs typeface="Arial"/>
              </a:rPr>
              <a:t>necessary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>
                <a:solidFill>
                  <a:schemeClr val="dk1"/>
                </a:solidFill>
                <a:cs typeface="Arial"/>
              </a:rPr>
              <a:t>information </a:t>
            </a:r>
            <a:r>
              <a:rPr lang="it-IT">
                <a:solidFill>
                  <a:schemeClr val="dk1"/>
                </a:solidFill>
                <a:cs typeface="Arial"/>
              </a:rPr>
              <a:t>are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retrieved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  <a:p>
            <a:pPr marL="0" indent="0">
              <a:buNone/>
            </a:pPr>
            <a:endParaRPr lang="it-IT">
              <a:solidFill>
                <a:schemeClr val="dk1"/>
              </a:solidFill>
              <a:cs typeface="Arial"/>
            </a:endParaRPr>
          </a:p>
          <a:p>
            <a:pPr marL="0" indent="0">
              <a:buNone/>
            </a:pP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Forged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packet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therefore</a:t>
            </a:r>
            <a:r>
              <a:rPr lang="it-IT">
                <a:solidFill>
                  <a:schemeClr val="dk1"/>
                </a:solidFill>
                <a:cs typeface="Arial"/>
              </a:rPr>
              <a:t> 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built</a:t>
            </a:r>
            <a:r>
              <a:rPr lang="it-IT" b="1">
                <a:solidFill>
                  <a:schemeClr val="dk1"/>
                </a:solidFill>
                <a:cs typeface="Arial"/>
              </a:rPr>
              <a:t> </a:t>
            </a:r>
            <a:r>
              <a:rPr lang="it-IT">
                <a:solidFill>
                  <a:schemeClr val="dk1"/>
                </a:solidFill>
                <a:cs typeface="Arial"/>
              </a:rPr>
              <a:t>and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sent</a:t>
            </a:r>
            <a:r>
              <a:rPr lang="it-IT">
                <a:solidFill>
                  <a:schemeClr val="dk1"/>
                </a:solidFill>
                <a:cs typeface="Arial"/>
              </a:rPr>
              <a:t>, and the </a:t>
            </a:r>
            <a:r>
              <a:rPr lang="it-IT" b="1">
                <a:solidFill>
                  <a:schemeClr val="dk1"/>
                </a:solidFill>
                <a:cs typeface="Arial"/>
              </a:rPr>
              <a:t>sniffer </a:t>
            </a:r>
            <a:r>
              <a:rPr lang="it-IT" err="1">
                <a:solidFill>
                  <a:schemeClr val="dk1"/>
                </a:solidFill>
                <a:cs typeface="Arial"/>
              </a:rPr>
              <a:t>is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err="1">
                <a:solidFill>
                  <a:schemeClr val="dk1"/>
                </a:solidFill>
                <a:cs typeface="Arial"/>
              </a:rPr>
              <a:t>then</a:t>
            </a:r>
            <a:r>
              <a:rPr lang="it-IT">
                <a:solidFill>
                  <a:schemeClr val="dk1"/>
                </a:solidFill>
                <a:cs typeface="Arial"/>
              </a:rPr>
              <a:t> </a:t>
            </a:r>
            <a:r>
              <a:rPr lang="it-IT" b="1" err="1">
                <a:solidFill>
                  <a:schemeClr val="dk1"/>
                </a:solidFill>
                <a:cs typeface="Arial"/>
              </a:rPr>
              <a:t>stopped</a:t>
            </a:r>
            <a:r>
              <a:rPr lang="it-IT">
                <a:solidFill>
                  <a:schemeClr val="dk1"/>
                </a:solidFill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76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96AB683C-3F37-0121-AABF-B6B42090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9389F9BF-4EDE-F39A-689B-E9CC9F2FB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5D006C00-D7D9-051B-0CE3-1753C21F9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389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DC398BC-25B1-7CE5-175B-3A27FCC4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>
            <a:extLst>
              <a:ext uri="{FF2B5EF4-FFF2-40B4-BE49-F238E27FC236}">
                <a16:creationId xmlns:a16="http://schemas.microsoft.com/office/drawing/2014/main" id="{C024A03C-2943-A32B-DC2F-4F4FD701A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09B830D1-AD9E-2160-CDA0-C5DF93E38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68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 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‹N›</a:t>
            </a:fld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 3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‹N›</a:t>
            </a:fld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0164CD-E26D-9378-E38F-72D305378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9BFD6B-FA6A-F153-7B94-EE5EEE30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D27F3-55F2-02D7-EE78-3B81ACE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74255-C75A-4B52-85D3-01EB24482FEF}" type="datetimeFigureOut">
              <a:rPr lang="it-IT" smtClean="0"/>
              <a:t>13/10/2026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CE2FCF-15C0-F2BC-F89B-FFE87AC5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271AD2-818B-1E7A-20C0-1298F079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24C9-E492-4F91-913C-7BD2A339E2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6577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24CA9F-44C9-25E8-A2BF-9E115A90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FD3008-ED96-6DAB-0A9C-3EA132AC8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A18993-772B-C348-23B5-8BF331E8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EEF274-3DAF-9C24-2A8B-7C3A8EF5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696864-A323-B69B-9FD2-796693E2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2667359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5CFBED-E5F6-4D21-E7D4-A150576C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6391AC-BC4E-7B7E-B29F-4DC53C301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62BDF3-9A69-1409-F0B3-C60F4145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47309E-D2D5-9462-0502-A21F1149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1D0005-DF3D-1542-FBE6-EF67AB71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4175015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5C7E57-DF23-97B8-0960-59C197B1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7F43EF-34B0-42C7-8CD1-182ABDACB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1D795E-4F0A-7187-9A4A-F280DC9A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DC6CD3-495A-5116-AF24-6AC8EB80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C27F1A-5B71-A5F3-275E-5BE8FA53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3B843B-0E7F-4A92-EAB6-B2EE799B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592241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7F560B-664D-D59E-A0B2-9D570EA1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CD0AC1-2500-7FDA-51D3-9208B6C9C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3A6500-7A3D-9EF9-9DD8-8BD52E91C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60C7212-B458-192B-F233-6686DC63F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91226C7-7711-18AD-9143-13D661AC2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AD89EE9-6287-37E5-B7F1-F92B06BE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9CFC0A-B5BC-328C-3487-7E9EA55E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49E4E35-B382-E66F-03FC-239AD0C0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2681073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EA207-5AC4-A5DF-D603-939D5C0A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CCFCE3-B0B0-1CD9-6084-4FF98C7D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8AFE556-5E7C-B37C-8344-B8D5A9EA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E98BC01-19A8-CF7E-6D7F-3F2362E3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759510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B7C1BFF-98D1-B7D6-6912-129DA1DB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74255-C75A-4B52-85D3-01EB24482FEF}" type="datetimeFigureOut">
              <a:rPr lang="it-IT" smtClean="0"/>
              <a:t>13/10/2026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84F6760-6DE2-C924-3B3B-1F71102E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0419CC-D600-C78B-B8EC-DEFD2022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 smtClean="0"/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60229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DFA065-E9D8-E9DF-B0D4-F2735CC8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A63A46-2EA0-34A3-5921-820B863DE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22120BF-6E37-874B-5961-AE1D34AD6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B2FA31-29A5-B682-DF71-B01FF54A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6F611F-D0FD-D677-21D6-7FB42187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F34596-F5BF-ED0A-7C77-11600C3C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3267440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73333D-C994-8A43-C193-FC9DB9D5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FBDB672-4B5C-D8E2-BDCC-62FBAA9335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21188D6-A111-4B45-DFFA-3A34C4849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94FC909-F8C0-713A-3AB3-179FC210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EFDEE1-E7BA-9B5E-C6F1-C3E883DB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62FE554-648E-D2F1-E526-48523AA8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184205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FCD424-AD01-5AC7-79FB-F6C01D9C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1F6587-7456-4F3C-E632-A3C4E8A49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87A03B-A4E5-A061-DBE5-7260FEC7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4BB62A-F4F2-8753-0C6E-9B60ABE0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65A4A8-83C0-4AE8-3C74-A0072A6C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30025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97642DD-782A-22F8-45D9-761F91100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176951-20EB-67D4-CBB6-96F50279D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EB77A4-23B5-4040-0379-810CC742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687E56-623D-E849-706E-19FFBA63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E9701C-0A06-5A57-0F4B-F9B73582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671363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‹N›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0DFD52A-4242-E4A4-34EB-2A0BF2B5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9E1A3C-A879-735A-3D98-FD328E75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287E2A-B0A3-8C92-9538-CADEE8ECB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2B74E7-4479-B987-6A25-CFAB5FA9A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AC68FB-8534-EA5A-6BF6-AE3D1FF8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6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155130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4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6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3.png"/><Relationship Id="rId5" Type="http://schemas.openxmlformats.org/officeDocument/2006/relationships/image" Target="../media/image20.jpeg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4.png"/><Relationship Id="rId5" Type="http://schemas.openxmlformats.org/officeDocument/2006/relationships/image" Target="../media/image20.jpe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6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6.png"/><Relationship Id="rId11" Type="http://schemas.openxmlformats.org/officeDocument/2006/relationships/image" Target="../media/image27.png"/><Relationship Id="rId5" Type="http://schemas.openxmlformats.org/officeDocument/2006/relationships/image" Target="../media/image5.jpeg"/><Relationship Id="rId10" Type="http://schemas.openxmlformats.org/officeDocument/2006/relationships/customXml" Target="../ink/ink3.xml"/><Relationship Id="rId4" Type="http://schemas.microsoft.com/office/2007/relationships/hdphoto" Target="../media/hdphoto5.wdp"/><Relationship Id="rId9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jpeg"/><Relationship Id="rId5" Type="http://schemas.openxmlformats.org/officeDocument/2006/relationships/image" Target="../media/image5.jpeg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9.png"/><Relationship Id="rId5" Type="http://schemas.openxmlformats.org/officeDocument/2006/relationships/image" Target="../media/image5.jpeg"/><Relationship Id="rId4" Type="http://schemas.microsoft.com/office/2007/relationships/hdphoto" Target="../media/hdphoto5.wdp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png"/><Relationship Id="rId5" Type="http://schemas.openxmlformats.org/officeDocument/2006/relationships/image" Target="../media/image5.jpeg"/><Relationship Id="rId4" Type="http://schemas.microsoft.com/office/2007/relationships/hdphoto" Target="../media/hdphoto5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4.png"/><Relationship Id="rId5" Type="http://schemas.openxmlformats.org/officeDocument/2006/relationships/image" Target="../media/image5.jpeg"/><Relationship Id="rId4" Type="http://schemas.microsoft.com/office/2007/relationships/hdphoto" Target="../media/hdphoto1.wdp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8.png"/><Relationship Id="rId5" Type="http://schemas.openxmlformats.org/officeDocument/2006/relationships/image" Target="../media/image20.jpeg"/><Relationship Id="rId4" Type="http://schemas.microsoft.com/office/2007/relationships/hdphoto" Target="../media/hdphoto5.wdp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1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C28B1DC-BC5C-5B71-FD06-97D5CC96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hape 80" descr="unipd_logo.png">
            <a:extLst>
              <a:ext uri="{FF2B5EF4-FFF2-40B4-BE49-F238E27FC236}">
                <a16:creationId xmlns:a16="http://schemas.microsoft.com/office/drawing/2014/main" id="{EA15B46E-A754-893D-621A-9F80C468F9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1" y="1446974"/>
            <a:ext cx="932141" cy="914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Shape 81">
            <a:extLst>
              <a:ext uri="{FF2B5EF4-FFF2-40B4-BE49-F238E27FC236}">
                <a16:creationId xmlns:a16="http://schemas.microsoft.com/office/drawing/2014/main" id="{133C9ECC-1684-781E-69D9-8C47248DC89F}"/>
              </a:ext>
            </a:extLst>
          </p:cNvPr>
          <p:cNvCxnSpPr/>
          <p:nvPr/>
        </p:nvCxnSpPr>
        <p:spPr>
          <a:xfrm>
            <a:off x="1101750" y="1587651"/>
            <a:ext cx="0" cy="633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2" name="Shape 82">
            <a:extLst>
              <a:ext uri="{FF2B5EF4-FFF2-40B4-BE49-F238E27FC236}">
                <a16:creationId xmlns:a16="http://schemas.microsoft.com/office/drawing/2014/main" id="{089B3ECA-6DBF-4F0B-1EC5-7ED113571A5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835" y="1657989"/>
            <a:ext cx="2349316" cy="42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Shape 83">
            <a:extLst>
              <a:ext uri="{FF2B5EF4-FFF2-40B4-BE49-F238E27FC236}">
                <a16:creationId xmlns:a16="http://schemas.microsoft.com/office/drawing/2014/main" id="{435AFEED-93A9-0B8E-45BD-151AFDFD3161}"/>
              </a:ext>
            </a:extLst>
          </p:cNvPr>
          <p:cNvSpPr/>
          <p:nvPr/>
        </p:nvSpPr>
        <p:spPr>
          <a:xfrm>
            <a:off x="-19225" y="0"/>
            <a:ext cx="9163206" cy="6553170"/>
          </a:xfrm>
          <a:prstGeom prst="flowChartDocument">
            <a:avLst/>
          </a:prstGeom>
          <a:solidFill>
            <a:srgbClr val="666666"/>
          </a:solidFill>
          <a:ln w="1905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84" name="Shape 84">
            <a:extLst>
              <a:ext uri="{FF2B5EF4-FFF2-40B4-BE49-F238E27FC236}">
                <a16:creationId xmlns:a16="http://schemas.microsoft.com/office/drawing/2014/main" id="{3809D0CD-491B-373F-75D2-82CBD8DCAE1B}"/>
              </a:ext>
            </a:extLst>
          </p:cNvPr>
          <p:cNvSpPr/>
          <p:nvPr/>
        </p:nvSpPr>
        <p:spPr>
          <a:xfrm>
            <a:off x="-19225" y="-19250"/>
            <a:ext cx="9163206" cy="6476976"/>
          </a:xfrm>
          <a:prstGeom prst="flowChartDocument">
            <a:avLst/>
          </a:prstGeom>
          <a:solidFill>
            <a:srgbClr val="990000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85" name="Shape 85">
            <a:extLst>
              <a:ext uri="{FF2B5EF4-FFF2-40B4-BE49-F238E27FC236}">
                <a16:creationId xmlns:a16="http://schemas.microsoft.com/office/drawing/2014/main" id="{9FB1C002-B1BC-E64C-1AC3-C9FEAF83357C}"/>
              </a:ext>
            </a:extLst>
          </p:cNvPr>
          <p:cNvSpPr txBox="1"/>
          <p:nvPr/>
        </p:nvSpPr>
        <p:spPr>
          <a:xfrm>
            <a:off x="314029" y="1446974"/>
            <a:ext cx="8496698" cy="133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93000"/>
              </a:lnSpc>
            </a:pPr>
            <a:r>
              <a:rPr lang="en-US" sz="3600" b="1" cap="small">
                <a:solidFill>
                  <a:schemeClr val="bg1"/>
                </a:solidFill>
                <a:latin typeface="Perpetua" panose="02020502060401020303" pitchFamily="18" charset="0"/>
                <a:ea typeface="Calibri"/>
                <a:cs typeface="Calibri"/>
                <a:sym typeface="Calibri"/>
              </a:rPr>
              <a:t>TCP ATTACKS LAB</a:t>
            </a:r>
          </a:p>
        </p:txBody>
      </p:sp>
      <p:cxnSp>
        <p:nvCxnSpPr>
          <p:cNvPr id="86" name="Shape 86">
            <a:extLst>
              <a:ext uri="{FF2B5EF4-FFF2-40B4-BE49-F238E27FC236}">
                <a16:creationId xmlns:a16="http://schemas.microsoft.com/office/drawing/2014/main" id="{F99D362D-AFA4-3E2D-F36B-68DFD4A27947}"/>
              </a:ext>
            </a:extLst>
          </p:cNvPr>
          <p:cNvCxnSpPr/>
          <p:nvPr/>
        </p:nvCxnSpPr>
        <p:spPr>
          <a:xfrm>
            <a:off x="666551" y="2598419"/>
            <a:ext cx="7772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7" name="Shape 87">
            <a:extLst>
              <a:ext uri="{FF2B5EF4-FFF2-40B4-BE49-F238E27FC236}">
                <a16:creationId xmlns:a16="http://schemas.microsoft.com/office/drawing/2014/main" id="{E6B1B52E-EFA4-EFAB-8F57-163D717A3E3E}"/>
              </a:ext>
            </a:extLst>
          </p:cNvPr>
          <p:cNvCxnSpPr/>
          <p:nvPr/>
        </p:nvCxnSpPr>
        <p:spPr>
          <a:xfrm>
            <a:off x="666551" y="1587651"/>
            <a:ext cx="7772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8" name="Shape 88">
            <a:extLst>
              <a:ext uri="{FF2B5EF4-FFF2-40B4-BE49-F238E27FC236}">
                <a16:creationId xmlns:a16="http://schemas.microsoft.com/office/drawing/2014/main" id="{7452E980-D371-B1D9-694D-79A7E4835845}"/>
              </a:ext>
            </a:extLst>
          </p:cNvPr>
          <p:cNvSpPr txBox="1"/>
          <p:nvPr/>
        </p:nvSpPr>
        <p:spPr>
          <a:xfrm>
            <a:off x="1447800" y="228601"/>
            <a:ext cx="266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>
                <a:solidFill>
                  <a:srgbClr val="FFFFFF"/>
                </a:solidFill>
                <a:latin typeface="Cuprum"/>
                <a:ea typeface="Cuprum"/>
                <a:cs typeface="Cuprum"/>
                <a:sym typeface="Cuprum"/>
              </a:rPr>
              <a:t>UNIVERSITY OF PADUA</a:t>
            </a:r>
          </a:p>
          <a:p>
            <a:pPr lvl="0"/>
            <a:r>
              <a:rPr lang="en-US" noProof="0" err="1">
                <a:solidFill>
                  <a:srgbClr val="FFFFFF"/>
                </a:solidFill>
                <a:latin typeface="Cuprum"/>
                <a:ea typeface="Cuprum"/>
                <a:cs typeface="Cuprum"/>
                <a:sym typeface="Cuprum"/>
              </a:rPr>
              <a:t>UNIVERSIT</a:t>
            </a:r>
            <a:r>
              <a:rPr lang="en-US" sz="1700" cap="small" noProof="0" err="1">
                <a:solidFill>
                  <a:schemeClr val="bg1"/>
                </a:solidFill>
                <a:latin typeface="Cuprum" panose="020B0604020202020204" charset="0"/>
              </a:rPr>
              <a:t>à</a:t>
            </a:r>
            <a:r>
              <a:rPr lang="en-US" noProof="0">
                <a:solidFill>
                  <a:srgbClr val="FFFFFF"/>
                </a:solidFill>
                <a:latin typeface="Cuprum"/>
                <a:ea typeface="Cuprum"/>
                <a:cs typeface="Cuprum"/>
                <a:sym typeface="Cuprum"/>
              </a:rPr>
              <a:t> DEGLI STUDI DI PADOVA</a:t>
            </a:r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BC6EFC4B-DA4F-F244-EE5C-D2CCBAC9AFA2}"/>
              </a:ext>
            </a:extLst>
          </p:cNvPr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990000"/>
          </a:solidFill>
          <a:ln w="1905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91" name="Shape 91">
            <a:extLst>
              <a:ext uri="{FF2B5EF4-FFF2-40B4-BE49-F238E27FC236}">
                <a16:creationId xmlns:a16="http://schemas.microsoft.com/office/drawing/2014/main" id="{2B4B7914-3FFA-5F2D-CBA9-68E2EE273599}"/>
              </a:ext>
            </a:extLst>
          </p:cNvPr>
          <p:cNvSpPr txBox="1"/>
          <p:nvPr/>
        </p:nvSpPr>
        <p:spPr>
          <a:xfrm>
            <a:off x="666551" y="2693628"/>
            <a:ext cx="7810897" cy="8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cap="small" noProof="0">
                <a:solidFill>
                  <a:schemeClr val="bg1"/>
                </a:solidFill>
                <a:latin typeface="Perpetua" panose="02020502060401020303" pitchFamily="18" charset="0"/>
              </a:rPr>
              <a:t>Ethical Hacking course</a:t>
            </a:r>
          </a:p>
          <a:p>
            <a:pPr lvl="0" algn="ctr"/>
            <a:r>
              <a:rPr lang="en-US" sz="2200" cap="small" noProof="0">
                <a:solidFill>
                  <a:schemeClr val="bg1"/>
                </a:solidFill>
                <a:latin typeface="Perpetua" panose="02020502060401020303" pitchFamily="18" charset="0"/>
              </a:rPr>
              <a:t>MSc Cybersecurity</a:t>
            </a:r>
            <a:endParaRPr lang="en-US" sz="2200" i="1" cap="small" noProof="0">
              <a:solidFill>
                <a:schemeClr val="bg1"/>
              </a:solidFill>
              <a:latin typeface="Perpetua" panose="02020502060401020303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92" name="Shape 92">
            <a:extLst>
              <a:ext uri="{FF2B5EF4-FFF2-40B4-BE49-F238E27FC236}">
                <a16:creationId xmlns:a16="http://schemas.microsoft.com/office/drawing/2014/main" id="{F7525C53-CAFD-5036-29AC-0F23099DC981}"/>
              </a:ext>
            </a:extLst>
          </p:cNvPr>
          <p:cNvSpPr txBox="1"/>
          <p:nvPr/>
        </p:nvSpPr>
        <p:spPr>
          <a:xfrm>
            <a:off x="2529585" y="3696192"/>
            <a:ext cx="4046331" cy="1239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bg1"/>
                </a:solidFill>
                <a:latin typeface="Perpetua" panose="02020502060401020303" pitchFamily="18" charset="0"/>
              </a:rPr>
              <a:t>October 14</a:t>
            </a:r>
            <a:r>
              <a:rPr lang="en-US" sz="1800" b="1" baseline="30000">
                <a:solidFill>
                  <a:schemeClr val="bg1"/>
                </a:solidFill>
                <a:latin typeface="Perpetua" panose="02020502060401020303" pitchFamily="18" charset="0"/>
              </a:rPr>
              <a:t>th</a:t>
            </a:r>
            <a:r>
              <a:rPr lang="en-US" sz="1800" b="1">
                <a:solidFill>
                  <a:schemeClr val="bg1"/>
                </a:solidFill>
                <a:latin typeface="Perpetua" panose="02020502060401020303" pitchFamily="18" charset="0"/>
              </a:rPr>
              <a:t>, 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>
                <a:solidFill>
                  <a:schemeClr val="bg1"/>
                </a:solidFill>
                <a:latin typeface="Perpetua" panose="02020502060401020303" pitchFamily="18" charset="0"/>
              </a:rPr>
              <a:t>Emanuele Artusi, Filippo Bellon, Jacopo </a:t>
            </a:r>
            <a:r>
              <a:rPr lang="en-US" sz="1800" b="1" noProof="0" err="1">
                <a:solidFill>
                  <a:schemeClr val="bg1"/>
                </a:solidFill>
                <a:latin typeface="Perpetua" panose="02020502060401020303" pitchFamily="18" charset="0"/>
              </a:rPr>
              <a:t>Giubilato</a:t>
            </a:r>
            <a:r>
              <a:rPr lang="en-US" sz="1800" b="1" noProof="0">
                <a:solidFill>
                  <a:schemeClr val="bg1"/>
                </a:solidFill>
                <a:latin typeface="Perpetua" panose="02020502060401020303" pitchFamily="18" charset="0"/>
              </a:rPr>
              <a:t>, Alessandro </a:t>
            </a:r>
            <a:r>
              <a:rPr lang="en-US" sz="1800" b="1" noProof="0" err="1">
                <a:solidFill>
                  <a:schemeClr val="bg1"/>
                </a:solidFill>
                <a:latin typeface="Perpetua" panose="02020502060401020303" pitchFamily="18" charset="0"/>
              </a:rPr>
              <a:t>Vulcu</a:t>
            </a:r>
            <a:endParaRPr lang="en-US" sz="1800" b="1" noProof="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  <p:pic>
        <p:nvPicPr>
          <p:cNvPr id="93" name="Shape 93">
            <a:extLst>
              <a:ext uri="{FF2B5EF4-FFF2-40B4-BE49-F238E27FC236}">
                <a16:creationId xmlns:a16="http://schemas.microsoft.com/office/drawing/2014/main" id="{508F893F-5668-2E07-BB0C-043962FE7A7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t="4703" b="4703"/>
          <a:stretch/>
        </p:blipFill>
        <p:spPr>
          <a:xfrm>
            <a:off x="711125" y="283663"/>
            <a:ext cx="781250" cy="70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Shape 94" descr="http://www.math.unipd.it/it/img/layout/logoDM.png">
            <a:extLst>
              <a:ext uri="{FF2B5EF4-FFF2-40B4-BE49-F238E27FC236}">
                <a16:creationId xmlns:a16="http://schemas.microsoft.com/office/drawing/2014/main" id="{BFDEDA2C-E9CD-EF15-1DF7-11D6AE71FD0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8525" y="5996550"/>
            <a:ext cx="3158976" cy="48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36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ED28BEB-AF74-282E-E049-CA95B903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hape 80" descr="unipd_logo.png">
            <a:extLst>
              <a:ext uri="{FF2B5EF4-FFF2-40B4-BE49-F238E27FC236}">
                <a16:creationId xmlns:a16="http://schemas.microsoft.com/office/drawing/2014/main" id="{6C9FD65F-7339-AC4C-A618-2C8C8B762E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1" y="1446974"/>
            <a:ext cx="932141" cy="914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Shape 81">
            <a:extLst>
              <a:ext uri="{FF2B5EF4-FFF2-40B4-BE49-F238E27FC236}">
                <a16:creationId xmlns:a16="http://schemas.microsoft.com/office/drawing/2014/main" id="{5DD84BF0-9751-C482-10F0-04692CC5904C}"/>
              </a:ext>
            </a:extLst>
          </p:cNvPr>
          <p:cNvCxnSpPr/>
          <p:nvPr/>
        </p:nvCxnSpPr>
        <p:spPr>
          <a:xfrm>
            <a:off x="1101750" y="1587651"/>
            <a:ext cx="0" cy="633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2" name="Shape 82">
            <a:extLst>
              <a:ext uri="{FF2B5EF4-FFF2-40B4-BE49-F238E27FC236}">
                <a16:creationId xmlns:a16="http://schemas.microsoft.com/office/drawing/2014/main" id="{C5179EAB-186F-7A42-5904-A1AA57B6D8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835" y="1657989"/>
            <a:ext cx="2349316" cy="42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Shape 83">
            <a:extLst>
              <a:ext uri="{FF2B5EF4-FFF2-40B4-BE49-F238E27FC236}">
                <a16:creationId xmlns:a16="http://schemas.microsoft.com/office/drawing/2014/main" id="{8A374FBF-81AE-4DDE-BD3B-B3599B82D487}"/>
              </a:ext>
            </a:extLst>
          </p:cNvPr>
          <p:cNvSpPr/>
          <p:nvPr/>
        </p:nvSpPr>
        <p:spPr>
          <a:xfrm>
            <a:off x="-19225" y="0"/>
            <a:ext cx="9163206" cy="6553170"/>
          </a:xfrm>
          <a:prstGeom prst="flowChartDocument">
            <a:avLst/>
          </a:prstGeom>
          <a:solidFill>
            <a:srgbClr val="39C8ED"/>
          </a:solidFill>
          <a:ln w="1905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84" name="Shape 84">
            <a:extLst>
              <a:ext uri="{FF2B5EF4-FFF2-40B4-BE49-F238E27FC236}">
                <a16:creationId xmlns:a16="http://schemas.microsoft.com/office/drawing/2014/main" id="{222CE8A9-029B-FC48-736F-A1DCB05FF305}"/>
              </a:ext>
            </a:extLst>
          </p:cNvPr>
          <p:cNvSpPr/>
          <p:nvPr/>
        </p:nvSpPr>
        <p:spPr>
          <a:xfrm>
            <a:off x="-9700" y="-19051"/>
            <a:ext cx="9163206" cy="6476976"/>
          </a:xfrm>
          <a:prstGeom prst="flowChartDocument">
            <a:avLst/>
          </a:prstGeom>
          <a:solidFill>
            <a:srgbClr val="08091A"/>
          </a:solidFill>
          <a:ln w="1905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/>
          </a:p>
        </p:txBody>
      </p:sp>
      <p:sp>
        <p:nvSpPr>
          <p:cNvPr id="85" name="Shape 85">
            <a:extLst>
              <a:ext uri="{FF2B5EF4-FFF2-40B4-BE49-F238E27FC236}">
                <a16:creationId xmlns:a16="http://schemas.microsoft.com/office/drawing/2014/main" id="{A90A09EA-725B-0230-8EDA-2FB49C8CA945}"/>
              </a:ext>
            </a:extLst>
          </p:cNvPr>
          <p:cNvSpPr txBox="1"/>
          <p:nvPr/>
        </p:nvSpPr>
        <p:spPr>
          <a:xfrm>
            <a:off x="314029" y="1446974"/>
            <a:ext cx="8496698" cy="133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93000"/>
              </a:lnSpc>
            </a:pPr>
            <a:r>
              <a:rPr lang="en-US" sz="3600" b="1" cap="small" noProof="0">
                <a:solidFill>
                  <a:schemeClr val="bg1"/>
                </a:solidFill>
                <a:latin typeface="Perpetua" panose="02020502060401020303" pitchFamily="18" charset="0"/>
                <a:ea typeface="Calibri"/>
                <a:cs typeface="Calibri"/>
                <a:sym typeface="Calibri"/>
              </a:rPr>
              <a:t>TCP ATTACKS LAB</a:t>
            </a:r>
          </a:p>
        </p:txBody>
      </p:sp>
      <p:cxnSp>
        <p:nvCxnSpPr>
          <p:cNvPr id="86" name="Shape 86">
            <a:extLst>
              <a:ext uri="{FF2B5EF4-FFF2-40B4-BE49-F238E27FC236}">
                <a16:creationId xmlns:a16="http://schemas.microsoft.com/office/drawing/2014/main" id="{FD8F597F-1B2A-2437-B6E9-964C7D91C3BA}"/>
              </a:ext>
            </a:extLst>
          </p:cNvPr>
          <p:cNvCxnSpPr/>
          <p:nvPr/>
        </p:nvCxnSpPr>
        <p:spPr>
          <a:xfrm>
            <a:off x="666551" y="2598419"/>
            <a:ext cx="7772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7" name="Shape 87">
            <a:extLst>
              <a:ext uri="{FF2B5EF4-FFF2-40B4-BE49-F238E27FC236}">
                <a16:creationId xmlns:a16="http://schemas.microsoft.com/office/drawing/2014/main" id="{B317719F-D165-2D3D-B125-158E5CDCC7D5}"/>
              </a:ext>
            </a:extLst>
          </p:cNvPr>
          <p:cNvCxnSpPr/>
          <p:nvPr/>
        </p:nvCxnSpPr>
        <p:spPr>
          <a:xfrm>
            <a:off x="666551" y="1587651"/>
            <a:ext cx="7772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9" name="Shape 89">
            <a:extLst>
              <a:ext uri="{FF2B5EF4-FFF2-40B4-BE49-F238E27FC236}">
                <a16:creationId xmlns:a16="http://schemas.microsoft.com/office/drawing/2014/main" id="{9C3E214C-0460-7580-AADD-5E91495E8D52}"/>
              </a:ext>
            </a:extLst>
          </p:cNvPr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39C8ED"/>
          </a:solidFill>
          <a:ln w="1905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rgbClr val="39C8ED"/>
              </a:solidFill>
            </a:endParaRPr>
          </a:p>
        </p:txBody>
      </p:sp>
      <p:sp>
        <p:nvSpPr>
          <p:cNvPr id="91" name="Shape 91">
            <a:extLst>
              <a:ext uri="{FF2B5EF4-FFF2-40B4-BE49-F238E27FC236}">
                <a16:creationId xmlns:a16="http://schemas.microsoft.com/office/drawing/2014/main" id="{BE54E0AD-37FE-25E6-38E2-E80374E305A0}"/>
              </a:ext>
            </a:extLst>
          </p:cNvPr>
          <p:cNvSpPr txBox="1"/>
          <p:nvPr/>
        </p:nvSpPr>
        <p:spPr>
          <a:xfrm>
            <a:off x="666551" y="2693628"/>
            <a:ext cx="7810897" cy="8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cap="small" noProof="0">
                <a:solidFill>
                  <a:schemeClr val="bg1"/>
                </a:solidFill>
                <a:latin typeface="Perpetua" panose="02020502060401020303" pitchFamily="18" charset="0"/>
              </a:rPr>
              <a:t>Ethical Hacking course</a:t>
            </a:r>
          </a:p>
          <a:p>
            <a:pPr lvl="0" algn="ctr"/>
            <a:r>
              <a:rPr lang="en-US" sz="2200" cap="small" noProof="0">
                <a:solidFill>
                  <a:schemeClr val="bg1"/>
                </a:solidFill>
                <a:latin typeface="Perpetua" panose="02020502060401020303" pitchFamily="18" charset="0"/>
              </a:rPr>
              <a:t>MSc ICT for Internet and Multimedia</a:t>
            </a:r>
            <a:endParaRPr lang="en-US" sz="2200" i="1" cap="small" noProof="0">
              <a:solidFill>
                <a:schemeClr val="bg1"/>
              </a:solidFill>
              <a:latin typeface="Perpetua" panose="02020502060401020303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92" name="Shape 92">
            <a:extLst>
              <a:ext uri="{FF2B5EF4-FFF2-40B4-BE49-F238E27FC236}">
                <a16:creationId xmlns:a16="http://schemas.microsoft.com/office/drawing/2014/main" id="{297F1C37-B9E2-A27A-1911-7771ACD1B225}"/>
              </a:ext>
            </a:extLst>
          </p:cNvPr>
          <p:cNvSpPr txBox="1"/>
          <p:nvPr/>
        </p:nvSpPr>
        <p:spPr>
          <a:xfrm>
            <a:off x="2529585" y="3696192"/>
            <a:ext cx="4046331" cy="1239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bg1"/>
                </a:solidFill>
                <a:latin typeface="Perpetua" panose="02020502060401020303" pitchFamily="18" charset="0"/>
              </a:rPr>
              <a:t>October 14</a:t>
            </a:r>
            <a:r>
              <a:rPr lang="en-US" sz="1800" b="1" baseline="30000">
                <a:solidFill>
                  <a:schemeClr val="bg1"/>
                </a:solidFill>
                <a:latin typeface="Perpetua" panose="02020502060401020303" pitchFamily="18" charset="0"/>
              </a:rPr>
              <a:t>th</a:t>
            </a:r>
            <a:r>
              <a:rPr lang="en-US" sz="1800" b="1">
                <a:solidFill>
                  <a:schemeClr val="bg1"/>
                </a:solidFill>
                <a:latin typeface="Perpetua" panose="02020502060401020303" pitchFamily="18" charset="0"/>
              </a:rPr>
              <a:t>, 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>
                <a:solidFill>
                  <a:schemeClr val="bg1"/>
                </a:solidFill>
                <a:latin typeface="Perpetua" panose="02020502060401020303" pitchFamily="18" charset="0"/>
              </a:rPr>
              <a:t>Emanuele Artusi, Filippo Bellon, Jacopo </a:t>
            </a:r>
            <a:r>
              <a:rPr lang="en-US" sz="1800" b="1" noProof="0" err="1">
                <a:solidFill>
                  <a:schemeClr val="bg1"/>
                </a:solidFill>
                <a:latin typeface="Perpetua" panose="02020502060401020303" pitchFamily="18" charset="0"/>
              </a:rPr>
              <a:t>Giubilato</a:t>
            </a:r>
            <a:r>
              <a:rPr lang="en-US" sz="1800" b="1" noProof="0">
                <a:solidFill>
                  <a:schemeClr val="bg1"/>
                </a:solidFill>
                <a:latin typeface="Perpetua" panose="02020502060401020303" pitchFamily="18" charset="0"/>
              </a:rPr>
              <a:t>, Alessandro </a:t>
            </a:r>
            <a:r>
              <a:rPr lang="en-US" sz="1800" b="1" noProof="0" err="1">
                <a:solidFill>
                  <a:schemeClr val="bg1"/>
                </a:solidFill>
                <a:latin typeface="Perpetua" panose="02020502060401020303" pitchFamily="18" charset="0"/>
              </a:rPr>
              <a:t>Vulcu</a:t>
            </a:r>
            <a:endParaRPr lang="en-US" sz="1800" b="1" noProof="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CF65E37F-F710-E91B-B8CE-119253AED07F}"/>
              </a:ext>
            </a:extLst>
          </p:cNvPr>
          <p:cNvGrpSpPr/>
          <p:nvPr/>
        </p:nvGrpSpPr>
        <p:grpSpPr>
          <a:xfrm>
            <a:off x="637579" y="228601"/>
            <a:ext cx="2766021" cy="838200"/>
            <a:chOff x="637579" y="228601"/>
            <a:chExt cx="2766021" cy="838200"/>
          </a:xfrm>
        </p:grpSpPr>
        <p:sp>
          <p:nvSpPr>
            <p:cNvPr id="88" name="Shape 88">
              <a:extLst>
                <a:ext uri="{FF2B5EF4-FFF2-40B4-BE49-F238E27FC236}">
                  <a16:creationId xmlns:a16="http://schemas.microsoft.com/office/drawing/2014/main" id="{E829C7DA-E116-6685-35E8-02F4F9C3122E}"/>
                </a:ext>
              </a:extLst>
            </p:cNvPr>
            <p:cNvSpPr txBox="1"/>
            <p:nvPr/>
          </p:nvSpPr>
          <p:spPr>
            <a:xfrm>
              <a:off x="1447799" y="228601"/>
              <a:ext cx="1955801" cy="8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9C8ED"/>
                  </a:solidFill>
                  <a:latin typeface="Cuprum"/>
                  <a:ea typeface="Cuprum"/>
                  <a:cs typeface="Cuprum"/>
                  <a:sym typeface="Cuprum"/>
                </a:rPr>
                <a:t>Pro</a:t>
              </a:r>
              <a:r>
                <a:rPr lang="en-US" sz="180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rPr>
                <a:t>fessional </a:t>
              </a:r>
              <a:r>
                <a:rPr lang="en-US" sz="1800">
                  <a:solidFill>
                    <a:srgbClr val="39C8ED"/>
                  </a:solidFill>
                  <a:latin typeface="Cuprum"/>
                  <a:ea typeface="Cuprum"/>
                  <a:cs typeface="Cuprum"/>
                  <a:sym typeface="Cuprum"/>
                </a:rPr>
                <a:t>Sec</a:t>
              </a:r>
              <a:r>
                <a:rPr lang="en-US" sz="180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rPr>
                <a:t>urity </a:t>
              </a:r>
              <a:r>
                <a:rPr lang="en-US" sz="1800">
                  <a:solidFill>
                    <a:srgbClr val="39C8ED"/>
                  </a:solidFill>
                  <a:latin typeface="Cuprum"/>
                  <a:ea typeface="Cuprum"/>
                  <a:cs typeface="Cuprum"/>
                  <a:sym typeface="Cuprum"/>
                </a:rPr>
                <a:t>Co</a:t>
              </a:r>
              <a:r>
                <a:rPr lang="en-US" sz="180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rPr>
                <a:t>rporation</a:t>
              </a:r>
              <a:endParaRPr lang="en-US" noProof="0">
                <a:solidFill>
                  <a:srgbClr val="FFFFFF"/>
                </a:solidFill>
                <a:latin typeface="Cuprum"/>
                <a:ea typeface="Cuprum"/>
                <a:cs typeface="Cuprum"/>
                <a:sym typeface="Cuprum"/>
              </a:endParaRPr>
            </a:p>
          </p:txBody>
        </p:sp>
        <p:pic>
          <p:nvPicPr>
            <p:cNvPr id="93" name="Shape 93">
              <a:extLst>
                <a:ext uri="{FF2B5EF4-FFF2-40B4-BE49-F238E27FC236}">
                  <a16:creationId xmlns:a16="http://schemas.microsoft.com/office/drawing/2014/main" id="{783B969F-EA15-3E30-6A72-3F01AC8FAED0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5">
              <a:alphaModFix/>
            </a:blip>
            <a:srcRect l="15778" t="14977" r="18843" b="17722"/>
            <a:stretch>
              <a:fillRect/>
            </a:stretch>
          </p:blipFill>
          <p:spPr>
            <a:xfrm>
              <a:off x="637579" y="228810"/>
              <a:ext cx="886422" cy="8149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Shape 94">
            <a:extLst>
              <a:ext uri="{FF2B5EF4-FFF2-40B4-BE49-F238E27FC236}">
                <a16:creationId xmlns:a16="http://schemas.microsoft.com/office/drawing/2014/main" id="{DA37823D-F754-5CBE-2674-D1170C0C470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224338" y="5504289"/>
            <a:ext cx="1915384" cy="1144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405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o 24">
            <a:extLst>
              <a:ext uri="{FF2B5EF4-FFF2-40B4-BE49-F238E27FC236}">
                <a16:creationId xmlns:a16="http://schemas.microsoft.com/office/drawing/2014/main" id="{ADF92C47-E481-F124-89BB-44668AF63516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5B18EC49-6DF8-5D38-710E-DCBFFC20CAEA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7" name="Immagine 26">
              <a:extLst>
                <a:ext uri="{FF2B5EF4-FFF2-40B4-BE49-F238E27FC236}">
                  <a16:creationId xmlns:a16="http://schemas.microsoft.com/office/drawing/2014/main" id="{44B2A59A-FA4C-6F55-4E52-4A4A1123DE69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28" name="Figura a mano libera: forma 27">
              <a:extLst>
                <a:ext uri="{FF2B5EF4-FFF2-40B4-BE49-F238E27FC236}">
                  <a16:creationId xmlns:a16="http://schemas.microsoft.com/office/drawing/2014/main" id="{50849643-14BD-7345-EF4A-156BD4628E7E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9" name="Gruppo 28">
              <a:extLst>
                <a:ext uri="{FF2B5EF4-FFF2-40B4-BE49-F238E27FC236}">
                  <a16:creationId xmlns:a16="http://schemas.microsoft.com/office/drawing/2014/main" id="{CAD81083-ED12-6509-C60D-E9679D364C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30" name="Shape 88">
                <a:extLst>
                  <a:ext uri="{FF2B5EF4-FFF2-40B4-BE49-F238E27FC236}">
                    <a16:creationId xmlns:a16="http://schemas.microsoft.com/office/drawing/2014/main" id="{D953F705-6808-9B81-6DA6-4148351871B8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31" name="Shape 93">
                <a:extLst>
                  <a:ext uri="{FF2B5EF4-FFF2-40B4-BE49-F238E27FC236}">
                    <a16:creationId xmlns:a16="http://schemas.microsoft.com/office/drawing/2014/main" id="{8A97D09D-CFB4-9C35-7722-2EC4C0B98A2B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9" name="Shape 99"/>
          <p:cNvSpPr txBox="1">
            <a:spLocks noGrp="1"/>
          </p:cNvSpPr>
          <p:nvPr>
            <p:ph type="title" idx="4294967295"/>
          </p:nvPr>
        </p:nvSpPr>
        <p:spPr>
          <a:xfrm>
            <a:off x="57150" y="-219075"/>
            <a:ext cx="5213350" cy="1143000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What is TCP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9692B3E-10AA-8760-6477-75F087D51BC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78894" y="1015489"/>
            <a:ext cx="7387481" cy="4898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E6C599E-10EE-AC5F-5D26-1558D778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56387BEA-C97C-F9D2-5D25-7AC262C95014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8BC12677-5DEE-04D5-F278-3D991F8DABDD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E1390789-4CEC-CDA1-3883-78EF7391EBD4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7A3804C9-4262-8EFA-80F0-C91684647927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465DDDDF-2459-40C9-3BC0-FF860570883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5" name="Shape 88">
                <a:extLst>
                  <a:ext uri="{FF2B5EF4-FFF2-40B4-BE49-F238E27FC236}">
                    <a16:creationId xmlns:a16="http://schemas.microsoft.com/office/drawing/2014/main" id="{E46B0213-3034-7EB0-CFCD-26E7051A3234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6" name="Shape 93">
                <a:extLst>
                  <a:ext uri="{FF2B5EF4-FFF2-40B4-BE49-F238E27FC236}">
                    <a16:creationId xmlns:a16="http://schemas.microsoft.com/office/drawing/2014/main" id="{97AC92B7-517B-CBF3-2A8B-AB41E3F65F8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3" name="Shape 123">
            <a:extLst>
              <a:ext uri="{FF2B5EF4-FFF2-40B4-BE49-F238E27FC236}">
                <a16:creationId xmlns:a16="http://schemas.microsoft.com/office/drawing/2014/main" id="{D7A85DF3-02C1-81D9-1A55-A7E2C4EC10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SYN flood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73A10FA-B60B-4C57-19CE-1A68A7607C6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991" y="722584"/>
            <a:ext cx="8324850" cy="555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3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8F4BA416-DBFD-E0F2-5093-2F46E34A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386A2A4F-DFFB-1F36-7833-12A91BCE14A1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65654F32-9EDB-FE41-EF94-C423FD85F721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38F502D4-9ADF-4AE0-6960-C850D10C2BC5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3F936F08-5236-60ED-CBAC-5561D90FC2E1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F9A5DE94-CA01-1E34-5B30-320DDFFA77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7" name="Shape 88">
                <a:extLst>
                  <a:ext uri="{FF2B5EF4-FFF2-40B4-BE49-F238E27FC236}">
                    <a16:creationId xmlns:a16="http://schemas.microsoft.com/office/drawing/2014/main" id="{FD0EAD28-A1DE-7828-A68E-1528EF02E3F4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8" name="Shape 93">
                <a:extLst>
                  <a:ext uri="{FF2B5EF4-FFF2-40B4-BE49-F238E27FC236}">
                    <a16:creationId xmlns:a16="http://schemas.microsoft.com/office/drawing/2014/main" id="{112457F0-150B-5CA7-92CF-BA98B4A54F6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3" name="Shape 123">
            <a:extLst>
              <a:ext uri="{FF2B5EF4-FFF2-40B4-BE49-F238E27FC236}">
                <a16:creationId xmlns:a16="http://schemas.microsoft.com/office/drawing/2014/main" id="{686348DA-20D9-71D2-05CE-C423FFC538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SYN cookie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E34CD6A-A6BB-399F-A438-B1F5BC183F8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71737" y="1443883"/>
            <a:ext cx="4200525" cy="383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5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D65C96A1-6E6F-A92F-EFB7-1C40AD76AF52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9BE378A-1AA4-8669-0EE0-4F31A7628649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71CD0066-5378-B318-AD12-2E999AE464CD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35E92B08-FC03-BD98-FA57-E63E8D3C2B30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5AF96DB8-4E3F-5D88-4367-F4FDA94745D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6" name="Shape 88">
                <a:extLst>
                  <a:ext uri="{FF2B5EF4-FFF2-40B4-BE49-F238E27FC236}">
                    <a16:creationId xmlns:a16="http://schemas.microsoft.com/office/drawing/2014/main" id="{1F12718E-4F96-2B44-4972-2A9422FC0474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7" name="Shape 93">
                <a:extLst>
                  <a:ext uri="{FF2B5EF4-FFF2-40B4-BE49-F238E27FC236}">
                    <a16:creationId xmlns:a16="http://schemas.microsoft.com/office/drawing/2014/main" id="{C1BEECAF-692F-07E9-D64A-132C30B0D39C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/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1.1</a:t>
            </a:r>
            <a:r>
              <a:rPr lang="en-US" sz="3000" dirty="0">
                <a:solidFill>
                  <a:srgbClr val="FFFFFF"/>
                </a:solidFill>
                <a:latin typeface="Avenir Next LT Pro" panose="020B0504020202020204" pitchFamily="34" charset="0"/>
              </a:rPr>
              <a:t>: </a:t>
            </a:r>
            <a:r>
              <a:rPr lang="en-US" sz="3000" dirty="0">
                <a:solidFill>
                  <a:srgbClr val="FFFFFF"/>
                </a:solidFill>
                <a:latin typeface="Avenir Next LT Pro" panose="020B0504020202020204" pitchFamily="34" charset="0"/>
                <a:ea typeface="+mj-lt"/>
                <a:cs typeface="+mj-lt"/>
              </a:rPr>
              <a:t>Python SYN flood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  <a:ea typeface="+mj-lt"/>
              <a:cs typeface="+mj-lt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AD2AC21-E0B7-878B-380A-681475BA24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94129" y="670372"/>
            <a:ext cx="5364629" cy="3361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975E8F67-44C4-AC1B-A475-E26CA54F86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59955" y="3521618"/>
            <a:ext cx="5693785" cy="27344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0E64AA-EAD2-BA07-0682-38706263EE4F}"/>
              </a:ext>
            </a:extLst>
          </p:cNvPr>
          <p:cNvSpPr txBox="1"/>
          <p:nvPr/>
        </p:nvSpPr>
        <p:spPr>
          <a:xfrm>
            <a:off x="5067235" y="1897215"/>
            <a:ext cx="345056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Avenir Next LT Pro" panose="020B0504020202020204" pitchFamily="34" charset="0"/>
              </a:rPr>
              <a:t>Complete</a:t>
            </a:r>
            <a:r>
              <a:rPr lang="it-IT" sz="2000" dirty="0">
                <a:latin typeface="Avenir Next LT Pro" panose="020B0504020202020204" pitchFamily="34" charset="0"/>
              </a:rPr>
              <a:t> the Python draft </a:t>
            </a:r>
            <a:r>
              <a:rPr lang="it-IT" sz="2000" dirty="0" err="1">
                <a:latin typeface="Avenir Next LT Pro" panose="020B0504020202020204" pitchFamily="34" charset="0"/>
              </a:rPr>
              <a:t>given</a:t>
            </a:r>
            <a:endParaRPr lang="it-IT" sz="2000" dirty="0">
              <a:latin typeface="Avenir Next LT Pro" panose="020B05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venir Next LT Pro" panose="020B0504020202020204" pitchFamily="34" charset="0"/>
              </a:rPr>
              <a:t>Target </a:t>
            </a:r>
            <a:r>
              <a:rPr lang="it-IT" sz="2000" b="1" dirty="0">
                <a:latin typeface="Avenir Next LT Pro" panose="020B0504020202020204" pitchFamily="34" charset="0"/>
              </a:rPr>
              <a:t>10.9.0.5:23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>
              <a:latin typeface="Avenir Next LT Pro" panose="020B05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6BDCAF-7C1D-7BE5-5259-2FB126D5CBBF}"/>
              </a:ext>
            </a:extLst>
          </p:cNvPr>
          <p:cNvSpPr txBox="1"/>
          <p:nvPr/>
        </p:nvSpPr>
        <p:spPr>
          <a:xfrm>
            <a:off x="598816" y="4350281"/>
            <a:ext cx="29611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Avenir Next LT Pro" panose="020B0504020202020204" pitchFamily="34" charset="0"/>
              </a:rPr>
              <a:t>Check</a:t>
            </a:r>
            <a:r>
              <a:rPr lang="it-IT" sz="2000" dirty="0">
                <a:latin typeface="Avenir Next LT Pro" panose="020B0504020202020204" pitchFamily="34" charset="0"/>
              </a:rPr>
              <a:t> SYN backlog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venir Next LT Pro" panose="020B0504020202020204" pitchFamily="34" charset="0"/>
              </a:rPr>
              <a:t>SYN cookies </a:t>
            </a:r>
            <a:r>
              <a:rPr lang="it-IT" sz="2000" b="1" dirty="0" err="1">
                <a:latin typeface="Avenir Next LT Pro" panose="020B0504020202020204" pitchFamily="34" charset="0"/>
              </a:rPr>
              <a:t>disabled</a:t>
            </a:r>
            <a:endParaRPr lang="it-IT" sz="2000" b="1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6813E596-7FA0-5549-D3AE-9450D064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9EFE0436-8E5B-5EA2-722D-E2282BA5E924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D114636A-B10F-AD68-C3E0-1989C2FE8280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9CFE8A2F-E57D-F361-DC2A-B422BB9F549A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C2F01CDF-E09B-BEF3-4646-E7807BE11328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20A4260E-00CD-C2B4-78DE-4F8E43BDD4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6" name="Shape 88">
                <a:extLst>
                  <a:ext uri="{FF2B5EF4-FFF2-40B4-BE49-F238E27FC236}">
                    <a16:creationId xmlns:a16="http://schemas.microsoft.com/office/drawing/2014/main" id="{332DC1C7-16EE-25E7-6473-4B258C050721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7" name="Shape 93">
                <a:extLst>
                  <a:ext uri="{FF2B5EF4-FFF2-40B4-BE49-F238E27FC236}">
                    <a16:creationId xmlns:a16="http://schemas.microsoft.com/office/drawing/2014/main" id="{5FB2EF4A-4BC7-E9EC-2014-15143FFEFE1B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69046892-0C8D-6DA3-4F5F-80F223DC0B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1.1</a:t>
            </a:r>
            <a:r>
              <a:rPr lang="en-US" sz="3000" dirty="0">
                <a:solidFill>
                  <a:srgbClr val="FFFFFF"/>
                </a:solidFill>
                <a:latin typeface="Avenir Next LT Pro" panose="020B0504020202020204" pitchFamily="34" charset="0"/>
              </a:rPr>
              <a:t>: Python results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0E76D-E4BF-2C21-3C81-5620A919C984}"/>
              </a:ext>
            </a:extLst>
          </p:cNvPr>
          <p:cNvSpPr txBox="1"/>
          <p:nvPr/>
        </p:nvSpPr>
        <p:spPr>
          <a:xfrm>
            <a:off x="676275" y="1704561"/>
            <a:ext cx="7315200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1 instance: Telnet still connects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3+ instances</a:t>
            </a:r>
            <a:r>
              <a:rPr lang="en-US" sz="2000" dirty="0">
                <a:latin typeface="Avenir Next LT Pro" panose="020B0504020202020204" pitchFamily="34" charset="0"/>
              </a:rPr>
              <a:t>: Telnet </a:t>
            </a:r>
            <a:r>
              <a:rPr lang="en-US" sz="2000" b="1" dirty="0">
                <a:latin typeface="Avenir Next LT Pro" panose="020B0504020202020204" pitchFamily="34" charset="0"/>
              </a:rPr>
              <a:t>blocked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Prior clients </a:t>
            </a:r>
            <a:r>
              <a:rPr lang="en-US" sz="2000" b="1" dirty="0">
                <a:latin typeface="Avenir Next LT Pro" panose="020B0504020202020204" pitchFamily="34" charset="0"/>
              </a:rPr>
              <a:t>may use reserved slots </a:t>
            </a:r>
            <a:r>
              <a:rPr lang="en-US" sz="2000" dirty="0">
                <a:latin typeface="Avenir Next LT Pro" panose="020B0504020202020204" pitchFamily="34" charset="0"/>
              </a:rPr>
              <a:t>(kernel mitigation)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B2F698-E7E4-2EDA-F841-AC3C66DDC4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46637" y="2964728"/>
            <a:ext cx="9237273" cy="22991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94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1ECC4D5D-39C2-5BCA-0409-0CD90FB7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A964A344-C0A9-2FD8-A7E7-D775A40C291A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D21F19FB-6769-6C3F-E66B-190E01E60199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3EB159C8-445E-29D7-2776-6D4A75D833AC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105FDBF1-5880-F243-5853-C5AC0CD350A0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663B9A48-9669-D17E-1149-31B415EEB3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6" name="Shape 88">
                <a:extLst>
                  <a:ext uri="{FF2B5EF4-FFF2-40B4-BE49-F238E27FC236}">
                    <a16:creationId xmlns:a16="http://schemas.microsoft.com/office/drawing/2014/main" id="{3F802DF8-64F3-CD17-F1F1-BE2264CE3902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7" name="Shape 93">
                <a:extLst>
                  <a:ext uri="{FF2B5EF4-FFF2-40B4-BE49-F238E27FC236}">
                    <a16:creationId xmlns:a16="http://schemas.microsoft.com/office/drawing/2014/main" id="{28ED9025-9885-B705-1A7E-145670AE563A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524B0B89-EE36-C05E-278B-A54948A2A4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1.1</a:t>
            </a:r>
            <a:r>
              <a:rPr lang="en-US" sz="3000" dirty="0">
                <a:solidFill>
                  <a:srgbClr val="FFFFFF"/>
                </a:solidFill>
                <a:latin typeface="Avenir Next LT Pro" panose="020B0504020202020204" pitchFamily="34" charset="0"/>
              </a:rPr>
              <a:t>: Smaller backlog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0E76D-E4BF-2C21-3C81-5620A919C984}"/>
              </a:ext>
            </a:extLst>
          </p:cNvPr>
          <p:cNvSpPr txBox="1"/>
          <p:nvPr/>
        </p:nvSpPr>
        <p:spPr>
          <a:xfrm>
            <a:off x="712087" y="1161412"/>
            <a:ext cx="7315200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Backlog </a:t>
            </a:r>
            <a:r>
              <a:rPr lang="en-US" sz="2000" b="1" dirty="0">
                <a:latin typeface="Avenir Next LT Pro" panose="020B0504020202020204" pitchFamily="34" charset="0"/>
              </a:rPr>
              <a:t>reduced to 80</a:t>
            </a:r>
            <a:r>
              <a:rPr lang="en-US" sz="2000" dirty="0">
                <a:latin typeface="Avenir Next LT Pro" panose="020B0504020202020204" pitchFamily="34" charset="0"/>
              </a:rPr>
              <a:t>, TCP metrics flushed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61 half-open connections </a:t>
            </a:r>
            <a:r>
              <a:rPr lang="en-US" sz="2000" dirty="0">
                <a:latin typeface="Avenir Next LT Pro" panose="020B0504020202020204" pitchFamily="34" charset="0"/>
              </a:rPr>
              <a:t>observed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1 instance</a:t>
            </a:r>
            <a:r>
              <a:rPr lang="en-US" sz="2000" dirty="0">
                <a:latin typeface="Avenir Next LT Pro" panose="020B0504020202020204" pitchFamily="34" charset="0"/>
              </a:rPr>
              <a:t>: now Telnet times 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4A7843-0815-D881-8100-9FDC671C4E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32058" y="1892878"/>
            <a:ext cx="6165634" cy="2283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CD38BD-F77F-F009-9CF0-D09C41E84D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40177" y="3687468"/>
            <a:ext cx="6157515" cy="22675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496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6366C64A-95E6-035C-F672-57A4EAD5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95FDEE74-278C-EE23-2B3A-CBC24C801FF6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33F6AA10-7641-2EAD-8BEB-A0BA2DDD7498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0B91FBFC-3088-C9B7-B985-29B0E20B131A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C4302943-5EBF-1507-CEC1-C6E395B5123F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FF4F7D85-AD71-02E8-1004-A16FB6AAEBF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2C4F2961-F388-F601-9D9C-2A3E676E9CD3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F751B0E6-74C4-85EB-E4A6-4BEDBA20CBF2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6AC0D985-B3CC-95AA-A417-74AD60E57D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1.2</a:t>
            </a:r>
            <a:r>
              <a:rPr lang="en-US" sz="3000" dirty="0">
                <a:solidFill>
                  <a:srgbClr val="FFFFFF"/>
                </a:solidFill>
                <a:latin typeface="Avenir Next LT Pro" panose="020B0504020202020204" pitchFamily="34" charset="0"/>
              </a:rPr>
              <a:t>: SYN flood in C 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BD69E-711B-A73F-12F2-084F22AC37C8}"/>
              </a:ext>
            </a:extLst>
          </p:cNvPr>
          <p:cNvSpPr txBox="1"/>
          <p:nvPr/>
        </p:nvSpPr>
        <p:spPr>
          <a:xfrm>
            <a:off x="934816" y="3661019"/>
            <a:ext cx="7315200" cy="12311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Backlog </a:t>
            </a:r>
            <a:r>
              <a:rPr lang="en-US" sz="2000" b="1" dirty="0">
                <a:latin typeface="Avenir Next LT Pro" panose="020B0504020202020204" pitchFamily="34" charset="0"/>
              </a:rPr>
              <a:t>restored to 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C fills queue faster </a:t>
            </a:r>
            <a:r>
              <a:rPr lang="en-US" sz="2000" dirty="0">
                <a:latin typeface="Avenir Next LT Pro" panose="020B0504020202020204" pitchFamily="34" charset="0"/>
              </a:rPr>
              <a:t>than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2+ instances</a:t>
            </a:r>
            <a:r>
              <a:rPr lang="en-US" sz="2000" dirty="0">
                <a:latin typeface="Avenir Next LT Pro" panose="020B0504020202020204" pitchFamily="34" charset="0"/>
              </a:rPr>
              <a:t>: Telnet blocked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E5C6EB5-8C32-3626-2E26-770D3F359A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91267" y="1138377"/>
            <a:ext cx="9367365" cy="24698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93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922DF46B-FD9D-BF6C-E4A9-3274CD58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0F3AE197-C8EF-3BB9-9BE4-5CAF8CFB56C3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B1FBC15A-60D2-5168-DCC5-2521B0804201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12307711-8BCB-7667-ADCF-00354A9349AB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D6A9BA72-160A-77D0-0BAD-BFB5A405EDEA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EFE1CD5C-1F34-04F7-7925-B50F42255C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21FC1730-43A4-B582-CFA6-1E2BC7292C06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7DC09AEA-0135-3465-6C84-8CB5A95A044C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82FBC77F-9D2B-51E1-0820-297E5502CA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599938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1.3</a:t>
            </a:r>
            <a:r>
              <a:rPr lang="en-US" sz="3000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: who wants cookies?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98EE2-F528-3DC4-8F57-EA5BD71B0C23}"/>
              </a:ext>
            </a:extLst>
          </p:cNvPr>
          <p:cNvSpPr txBox="1"/>
          <p:nvPr/>
        </p:nvSpPr>
        <p:spPr>
          <a:xfrm>
            <a:off x="598816" y="1623070"/>
            <a:ext cx="7172325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Restored backlog </a:t>
            </a:r>
            <a:r>
              <a:rPr lang="en-US" sz="2000" dirty="0">
                <a:latin typeface="Avenir Next LT Pro" panose="020B0504020202020204" pitchFamily="34" charset="0"/>
              </a:rPr>
              <a:t>to 256; flushed TCP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venir Next LT Pro" panose="020B0504020202020204" pitchFamily="34" charset="0"/>
              </a:rPr>
              <a:t>Enabled cookies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Result: </a:t>
            </a:r>
            <a:r>
              <a:rPr lang="en-US" sz="2000" b="1" dirty="0">
                <a:latin typeface="Avenir Next LT Pro" panose="020B0504020202020204" pitchFamily="34" charset="0"/>
              </a:rPr>
              <a:t>Telnet</a:t>
            </a:r>
            <a:r>
              <a:rPr lang="en-US" sz="2000" dirty="0">
                <a:latin typeface="Avenir Next LT Pro" panose="020B0504020202020204" pitchFamily="34" charset="0"/>
              </a:rPr>
              <a:t> now </a:t>
            </a:r>
            <a:r>
              <a:rPr lang="en-US" sz="2000" b="1" dirty="0">
                <a:latin typeface="Avenir Next LT Pro" panose="020B0504020202020204" pitchFamily="34" charset="0"/>
              </a:rPr>
              <a:t>succeeds</a:t>
            </a:r>
            <a:r>
              <a:rPr lang="en-US" sz="2000" dirty="0">
                <a:latin typeface="Avenir Next LT Pro" panose="020B0504020202020204" pitchFamily="34" charset="0"/>
              </a:rPr>
              <a:t> during both floods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Known-client cache no longer needed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870EC01-96EC-82A0-DF64-35D1D5E9D8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118314" y="3229689"/>
            <a:ext cx="9421460" cy="1918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847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D1A30596-9DB5-E887-46A8-5D1380D8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1CBA4A4F-0FFC-52EB-A8B3-2F9343CBAA2B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C0520D89-ED2E-ED47-03C0-21D6234D536F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B1A5437E-2531-D99C-B6B9-3F5810F994BD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F8B59D96-1501-A76C-BCCF-94CCC8AB9B43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ABFCE5BF-E7F6-FFA8-6DEE-71725A46D2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E357C3DE-1489-458E-DD8B-B50077223DAB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61798E82-9948-72F5-B7CC-C248E036817A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BFE92597-D00C-E16D-9F7E-DB32F36EAD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TCP </a:t>
            </a:r>
            <a:r>
              <a:rPr lang="en-US" sz="3000" b="1" noProof="0" dirty="0" err="1">
                <a:solidFill>
                  <a:srgbClr val="FFFFFF"/>
                </a:solidFill>
                <a:latin typeface="Avenir Next LT Pro" panose="020B0504020202020204" pitchFamily="34" charset="0"/>
              </a:rPr>
              <a:t>ReSeT</a:t>
            </a:r>
            <a:endParaRPr lang="en-US" sz="3000" b="1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F6005D1-F610-2491-CDFD-B22390BB5A5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5006"/>
          <a:stretch>
            <a:fillRect/>
          </a:stretch>
        </p:blipFill>
        <p:spPr>
          <a:xfrm>
            <a:off x="20416" y="960438"/>
            <a:ext cx="9144000" cy="521176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B8DE61C-6E7C-B834-C745-1EE843BF6D91}"/>
              </a:ext>
            </a:extLst>
          </p:cNvPr>
          <p:cNvSpPr txBox="1"/>
          <p:nvPr/>
        </p:nvSpPr>
        <p:spPr>
          <a:xfrm>
            <a:off x="7198174" y="1502014"/>
            <a:ext cx="201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venir Next LT Pro" panose="020B0504020202020204" pitchFamily="34" charset="0"/>
              </a:rPr>
              <a:t>IMMEDIATE ABORT</a:t>
            </a:r>
          </a:p>
          <a:p>
            <a:r>
              <a:rPr lang="it-IT" dirty="0">
                <a:latin typeface="Avenir Next LT Pro" panose="020B0504020202020204" pitchFamily="34" charset="0"/>
              </a:rPr>
              <a:t>Easy to exploit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89F57F-5A65-09C0-0286-B455B991B61E}"/>
              </a:ext>
            </a:extLst>
          </p:cNvPr>
          <p:cNvSpPr txBox="1"/>
          <p:nvPr/>
        </p:nvSpPr>
        <p:spPr>
          <a:xfrm>
            <a:off x="7295924" y="3628493"/>
            <a:ext cx="20164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venir Next LT Pro" panose="020B0504020202020204" pitchFamily="34" charset="0"/>
              </a:rPr>
              <a:t>GRACEFUL SHUTDOWN</a:t>
            </a:r>
          </a:p>
          <a:p>
            <a:r>
              <a:rPr lang="it-IT" dirty="0" err="1">
                <a:latin typeface="Avenir Next LT Pro" panose="020B0504020202020204" pitchFamily="34" charset="0"/>
              </a:rPr>
              <a:t>Coordinated</a:t>
            </a:r>
            <a:r>
              <a:rPr lang="it-IT" dirty="0">
                <a:latin typeface="Avenir Next LT Pro" panose="020B0504020202020204" pitchFamily="34" charset="0"/>
              </a:rPr>
              <a:t>, </a:t>
            </a:r>
            <a:r>
              <a:rPr lang="it-IT" dirty="0" err="1">
                <a:latin typeface="Avenir Next LT Pro" panose="020B0504020202020204" pitchFamily="34" charset="0"/>
              </a:rPr>
              <a:t>boring</a:t>
            </a:r>
            <a:r>
              <a:rPr lang="it-IT" dirty="0">
                <a:latin typeface="Avenir Next LT Pro" panose="020B05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8564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AE47C6A5-4CC8-12CD-009C-0C4B0CEE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A5BD068B-9988-ADA4-4109-E265E516BE97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367F4534-6F36-DC35-CE8D-79091D1F5F86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Avenir Next LT Pro" panose="020B0504020202020204" pitchFamily="34" charset="0"/>
              </a:endParaRPr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F3AD7B0B-C598-F5D6-B28B-0E0D921D4F35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3CC64742-5530-13AB-273C-5C2AA0AE8AD3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64F1AABB-D44E-7257-8433-0A4E08C1764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FCC1B1A8-D8D1-23D4-D7F7-E964971C1FD2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D2226474-D44F-2D37-7CF4-10D212E5FAB6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580DE7FA-512B-EB08-0EC8-93D9514FAF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49" y="-182563"/>
            <a:ext cx="5860577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2</a:t>
            </a:r>
            <a:r>
              <a:rPr lang="en-US" sz="3000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 dirty="0">
                <a:solidFill>
                  <a:schemeClr val="bg1"/>
                </a:solidFill>
                <a:latin typeface="Avenir Next LT Pro" panose="020B0504020202020204" pitchFamily="34" charset="0"/>
              </a:rPr>
              <a:t>RST </a:t>
            </a:r>
            <a:r>
              <a:rPr lang="it-IT" sz="3000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attack</a:t>
            </a:r>
            <a:r>
              <a:rPr lang="it-IT" sz="3000" dirty="0">
                <a:solidFill>
                  <a:schemeClr val="bg1"/>
                </a:solidFill>
                <a:latin typeface="Avenir Next LT Pro" panose="020B0504020202020204" pitchFamily="34" charset="0"/>
              </a:rPr>
              <a:t> on Telnet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38F87-039C-E4DA-6DF5-5A195293F9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20189"/>
          <a:stretch>
            <a:fillRect/>
          </a:stretch>
        </p:blipFill>
        <p:spPr>
          <a:xfrm>
            <a:off x="149882" y="795322"/>
            <a:ext cx="7286342" cy="320341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5E4A8E7-11DA-BD54-B07C-A4A0B03E8C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284" b="5284"/>
          <a:stretch/>
        </p:blipFill>
        <p:spPr>
          <a:xfrm>
            <a:off x="3914181" y="2814634"/>
            <a:ext cx="5551671" cy="27269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B747B83-A7F7-3B71-F96B-E13B5888E1D5}"/>
              </a:ext>
            </a:extLst>
          </p:cNvPr>
          <p:cNvSpPr txBox="1"/>
          <p:nvPr/>
        </p:nvSpPr>
        <p:spPr>
          <a:xfrm>
            <a:off x="57148" y="4043366"/>
            <a:ext cx="433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>
                <a:latin typeface="Avenir Next LT Pro" panose="020B0504020202020204" pitchFamily="34" charset="0"/>
              </a:rPr>
              <a:t>Let’s</a:t>
            </a:r>
            <a:r>
              <a:rPr lang="it-IT" sz="1800" dirty="0">
                <a:latin typeface="Avenir Next LT Pro" panose="020B0504020202020204" pitchFamily="34" charset="0"/>
              </a:rPr>
              <a:t> </a:t>
            </a:r>
            <a:r>
              <a:rPr lang="it-IT" sz="1800" dirty="0" err="1">
                <a:latin typeface="Avenir Next LT Pro" panose="020B0504020202020204" pitchFamily="34" charset="0"/>
              </a:rPr>
              <a:t>mess</a:t>
            </a:r>
            <a:r>
              <a:rPr lang="it-IT" sz="1800" dirty="0">
                <a:latin typeface="Avenir Next LT Pro" panose="020B0504020202020204" pitchFamily="34" charset="0"/>
              </a:rPr>
              <a:t> with </a:t>
            </a:r>
            <a:r>
              <a:rPr lang="it-IT" sz="1800" dirty="0" err="1">
                <a:latin typeface="Avenir Next LT Pro" panose="020B0504020202020204" pitchFamily="34" charset="0"/>
              </a:rPr>
              <a:t>their</a:t>
            </a:r>
            <a:r>
              <a:rPr lang="it-IT" sz="1800" dirty="0">
                <a:latin typeface="Avenir Next LT Pro" panose="020B0504020202020204" pitchFamily="34" charset="0"/>
              </a:rPr>
              <a:t> connection with some </a:t>
            </a:r>
            <a:r>
              <a:rPr lang="it-IT" sz="1800" b="1" dirty="0">
                <a:latin typeface="Avenir Next LT Pro" panose="020B0504020202020204" pitchFamily="34" charset="0"/>
              </a:rPr>
              <a:t>spoofing</a:t>
            </a:r>
            <a:r>
              <a:rPr lang="it-IT" sz="1800" dirty="0">
                <a:latin typeface="Avenir Next LT Pro" panose="020B0504020202020204" pitchFamily="34" charset="0"/>
              </a:rPr>
              <a:t> (Lab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>
                <a:latin typeface="Avenir Next LT Pro" panose="020B0504020202020204" pitchFamily="34" charset="0"/>
              </a:rPr>
              <a:t>Telnet </a:t>
            </a:r>
            <a:r>
              <a:rPr lang="it-IT" sz="1800" b="1" dirty="0">
                <a:latin typeface="Avenir Next LT Pro" panose="020B0504020202020204" pitchFamily="34" charset="0"/>
              </a:rPr>
              <a:t>login </a:t>
            </a:r>
            <a:r>
              <a:rPr lang="it-IT" sz="1800" b="1" dirty="0" err="1">
                <a:latin typeface="Avenir Next LT Pro" panose="020B0504020202020204" pitchFamily="34" charset="0"/>
              </a:rPr>
              <a:t>beforehand</a:t>
            </a:r>
            <a:r>
              <a:rPr lang="it-IT" sz="1800" b="1" dirty="0">
                <a:latin typeface="Avenir Next LT Pro" panose="020B0504020202020204" pitchFamily="34" charset="0"/>
              </a:rPr>
              <a:t> </a:t>
            </a:r>
            <a:r>
              <a:rPr lang="it-IT" sz="1800" dirty="0">
                <a:latin typeface="Avenir Next LT Pro" panose="020B0504020202020204" pitchFamily="34" charset="0"/>
              </a:rPr>
              <a:t>(</a:t>
            </a:r>
            <a:r>
              <a:rPr lang="it-IT" sz="1800" dirty="0" err="1">
                <a:latin typeface="Avenir Next LT Pro" panose="020B0504020202020204" pitchFamily="34" charset="0"/>
              </a:rPr>
              <a:t>avoids</a:t>
            </a:r>
            <a:r>
              <a:rPr lang="it-IT" sz="1800" dirty="0">
                <a:latin typeface="Avenir Next LT Pro" panose="020B0504020202020204" pitchFamily="34" charset="0"/>
              </a:rPr>
              <a:t> </a:t>
            </a:r>
            <a:r>
              <a:rPr lang="it-IT" sz="1800" dirty="0" err="1">
                <a:latin typeface="Avenir Next LT Pro" panose="020B0504020202020204" pitchFamily="34" charset="0"/>
              </a:rPr>
              <a:t>timeout</a:t>
            </a:r>
            <a:r>
              <a:rPr lang="it-IT" sz="1800" dirty="0">
                <a:latin typeface="Avenir Next LT Pro" panose="020B0504020202020204" pitchFamily="34" charset="0"/>
              </a:rPr>
              <a:t> and </a:t>
            </a:r>
            <a:r>
              <a:rPr lang="it-IT" sz="1800" dirty="0" err="1">
                <a:latin typeface="Avenir Next LT Pro" panose="020B0504020202020204" pitchFamily="34" charset="0"/>
              </a:rPr>
              <a:t>creates</a:t>
            </a:r>
            <a:r>
              <a:rPr lang="it-IT" sz="1800" dirty="0">
                <a:latin typeface="Avenir Next LT Pro" panose="020B0504020202020204" pitchFamily="34" charset="0"/>
              </a:rPr>
              <a:t> some </a:t>
            </a:r>
            <a:r>
              <a:rPr lang="it-IT" sz="1800" dirty="0" err="1">
                <a:latin typeface="Avenir Next LT Pro" panose="020B0504020202020204" pitchFamily="34" charset="0"/>
              </a:rPr>
              <a:t>pkts</a:t>
            </a:r>
            <a:r>
              <a:rPr lang="it-IT" sz="1800" dirty="0">
                <a:latin typeface="Avenir Next LT Pro" panose="020B05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>
                <a:latin typeface="Avenir Next LT Pro" panose="020B0504020202020204" pitchFamily="34" charset="0"/>
              </a:rPr>
              <a:t>Put </a:t>
            </a:r>
            <a:r>
              <a:rPr lang="it-IT" sz="1800" dirty="0" err="1">
                <a:latin typeface="Avenir Next LT Pro" panose="020B0504020202020204" pitchFamily="34" charset="0"/>
              </a:rPr>
              <a:t>infos</a:t>
            </a:r>
            <a:r>
              <a:rPr lang="it-IT" sz="1800" dirty="0">
                <a:latin typeface="Avenir Next LT Pro" panose="020B0504020202020204" pitchFamily="34" charset="0"/>
              </a:rPr>
              <a:t> in the </a:t>
            </a:r>
            <a:r>
              <a:rPr lang="it-IT" sz="1800" b="1" dirty="0">
                <a:latin typeface="Avenir Next LT Pro" panose="020B0504020202020204" pitchFamily="34" charset="0"/>
              </a:rPr>
              <a:t>script</a:t>
            </a:r>
            <a:endParaRPr lang="it-IT" sz="18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>
                <a:latin typeface="Avenir Next LT Pro" panose="020B0504020202020204" pitchFamily="34" charset="0"/>
              </a:rPr>
              <a:t>No feedback, </a:t>
            </a:r>
            <a:r>
              <a:rPr lang="it-IT" sz="1800" b="1" dirty="0">
                <a:latin typeface="Avenir Next LT Pro" panose="020B0504020202020204" pitchFamily="34" charset="0"/>
              </a:rPr>
              <a:t>no ACK</a:t>
            </a:r>
            <a:r>
              <a:rPr lang="it-IT" sz="1800" dirty="0">
                <a:latin typeface="Avenir Next LT Pro" panose="020B0504020202020204" pitchFamily="34" charset="0"/>
              </a:rPr>
              <a:t>, no problem!</a:t>
            </a:r>
          </a:p>
        </p:txBody>
      </p:sp>
    </p:spTree>
    <p:extLst>
      <p:ext uri="{BB962C8B-B14F-4D97-AF65-F5344CB8AC3E}">
        <p14:creationId xmlns:p14="http://schemas.microsoft.com/office/powerpoint/2010/main" val="44332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2C912354-F399-B27E-6B72-6F6F90AC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158A5B40-7848-8A04-B1B9-C7F4FAAF3C71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C45A891B-A923-6023-6C37-BA9525DA7A01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622B5792-1FBE-B47F-A51D-7607436AD709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95F5D282-5E31-AE30-ABC8-15E70A2AD9BF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ABBF62AC-7EDB-840C-E206-CCE0D0E504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421E1928-6C0D-92AA-8DDA-ECB12754D6A9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B575695B-4947-6BED-5770-6C730CF2C8A6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0B00B5B2-D454-7E73-5C45-7A723A723B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86" r="2186"/>
          <a:stretch/>
        </p:blipFill>
        <p:spPr>
          <a:xfrm>
            <a:off x="1740622" y="4051184"/>
            <a:ext cx="5948505" cy="19905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41E26A8-1B91-BC2B-28BF-79BFC18300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412"/>
          <a:stretch>
            <a:fillRect/>
          </a:stretch>
        </p:blipFill>
        <p:spPr>
          <a:xfrm>
            <a:off x="181059" y="1168681"/>
            <a:ext cx="8781882" cy="2428197"/>
          </a:xfrm>
          <a:prstGeom prst="rect">
            <a:avLst/>
          </a:prstGeom>
        </p:spPr>
      </p:pic>
      <p:sp>
        <p:nvSpPr>
          <p:cNvPr id="19" name="Shape 150">
            <a:extLst>
              <a:ext uri="{FF2B5EF4-FFF2-40B4-BE49-F238E27FC236}">
                <a16:creationId xmlns:a16="http://schemas.microsoft.com/office/drawing/2014/main" id="{6B070DBD-96D8-AD3E-C1A5-ACC8DBAFA80D}"/>
              </a:ext>
            </a:extLst>
          </p:cNvPr>
          <p:cNvSpPr txBox="1">
            <a:spLocks/>
          </p:cNvSpPr>
          <p:nvPr/>
        </p:nvSpPr>
        <p:spPr>
          <a:xfrm>
            <a:off x="57149" y="-182563"/>
            <a:ext cx="5860577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2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RST attack on Telnet</a:t>
            </a:r>
            <a:endParaRPr lang="en-US" sz="300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43757F1-5076-0D91-F94D-06AC43619B5F}"/>
              </a:ext>
            </a:extLst>
          </p:cNvPr>
          <p:cNvSpPr txBox="1"/>
          <p:nvPr/>
        </p:nvSpPr>
        <p:spPr>
          <a:xfrm>
            <a:off x="2029791" y="3866518"/>
            <a:ext cx="537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Avenir Next LT Pro" panose="020B0504020202020204" pitchFamily="34" charset="0"/>
              </a:rPr>
              <a:t>Connection </a:t>
            </a:r>
            <a:r>
              <a:rPr lang="it-IT" sz="1800" dirty="0" err="1">
                <a:latin typeface="Avenir Next LT Pro" panose="020B0504020202020204" pitchFamily="34" charset="0"/>
              </a:rPr>
              <a:t>will</a:t>
            </a:r>
            <a:r>
              <a:rPr lang="it-IT" sz="1800" dirty="0">
                <a:latin typeface="Avenir Next LT Pro" panose="020B0504020202020204" pitchFamily="34" charset="0"/>
              </a:rPr>
              <a:t> close as </a:t>
            </a:r>
            <a:r>
              <a:rPr lang="it-IT" sz="1800" dirty="0" err="1">
                <a:latin typeface="Avenir Next LT Pro" panose="020B0504020202020204" pitchFamily="34" charset="0"/>
              </a:rPr>
              <a:t>soon</a:t>
            </a:r>
            <a:r>
              <a:rPr lang="it-IT" sz="1800" dirty="0">
                <a:latin typeface="Avenir Next LT Pro" panose="020B0504020202020204" pitchFamily="34" charset="0"/>
              </a:rPr>
              <a:t> as we </a:t>
            </a:r>
            <a:r>
              <a:rPr lang="it-IT" sz="1800" dirty="0" err="1">
                <a:latin typeface="Avenir Next LT Pro" panose="020B0504020202020204" pitchFamily="34" charset="0"/>
              </a:rPr>
              <a:t>run</a:t>
            </a:r>
            <a:r>
              <a:rPr lang="it-IT" sz="1800" dirty="0">
                <a:latin typeface="Avenir Next LT Pro" panose="020B0504020202020204" pitchFamily="34" charset="0"/>
              </a:rPr>
              <a:t> the script</a:t>
            </a:r>
          </a:p>
        </p:txBody>
      </p:sp>
    </p:spTree>
    <p:extLst>
      <p:ext uri="{BB962C8B-B14F-4D97-AF65-F5344CB8AC3E}">
        <p14:creationId xmlns:p14="http://schemas.microsoft.com/office/powerpoint/2010/main" val="366581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600AD8D4-B6A3-1F9D-397C-F805645F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9CCBA6CC-B95C-B0BA-8251-4A4C344A55BD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2C1C067C-86E9-8FE3-1564-1D0278B86DC6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EFFEE90B-5AF5-9D44-C1A7-3CE06262279E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9D10DD81-DA3F-6392-5471-FA7A3C60B27C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7D81F92E-2223-231B-B18D-133EB25DA2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D7850F9E-360D-B066-0665-D5F2E6B3959D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C100BB5D-8B60-B64D-C315-C83BEB02252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36B1D90B-CEA7-DF8D-5ACA-E1DA6B2AB3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85" r="1285"/>
          <a:stretch/>
        </p:blipFill>
        <p:spPr>
          <a:xfrm>
            <a:off x="-133545" y="974539"/>
            <a:ext cx="9411089" cy="56210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Shape 150">
            <a:extLst>
              <a:ext uri="{FF2B5EF4-FFF2-40B4-BE49-F238E27FC236}">
                <a16:creationId xmlns:a16="http://schemas.microsoft.com/office/drawing/2014/main" id="{E347875A-7286-5CE5-5857-28D3395458A9}"/>
              </a:ext>
            </a:extLst>
          </p:cNvPr>
          <p:cNvSpPr txBox="1">
            <a:spLocks/>
          </p:cNvSpPr>
          <p:nvPr/>
        </p:nvSpPr>
        <p:spPr>
          <a:xfrm>
            <a:off x="57149" y="-182563"/>
            <a:ext cx="5860577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2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RST attack on Telnet</a:t>
            </a:r>
            <a:endParaRPr lang="en-US" sz="300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CEDAA24-05CF-E2DB-B092-C92FA0BBBCD9}"/>
              </a:ext>
            </a:extLst>
          </p:cNvPr>
          <p:cNvSpPr txBox="1"/>
          <p:nvPr/>
        </p:nvSpPr>
        <p:spPr>
          <a:xfrm>
            <a:off x="298371" y="804265"/>
            <a:ext cx="8346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Avenir Next LT Pro" panose="020B0504020202020204" pitchFamily="34" charset="0"/>
              </a:rPr>
              <a:t>We can </a:t>
            </a:r>
            <a:r>
              <a:rPr lang="it-IT" sz="1600" dirty="0" err="1">
                <a:latin typeface="Avenir Next LT Pro" panose="020B0504020202020204" pitchFamily="34" charset="0"/>
              </a:rPr>
              <a:t>remove</a:t>
            </a:r>
            <a:r>
              <a:rPr lang="it-IT" sz="1600" dirty="0">
                <a:latin typeface="Avenir Next LT Pro" panose="020B0504020202020204" pitchFamily="34" charset="0"/>
              </a:rPr>
              <a:t> the last two </a:t>
            </a:r>
            <a:r>
              <a:rPr lang="it-IT" sz="1600" dirty="0" err="1">
                <a:latin typeface="Avenir Next LT Pro" panose="020B0504020202020204" pitchFamily="34" charset="0"/>
              </a:rPr>
              <a:t>conditions</a:t>
            </a:r>
            <a:r>
              <a:rPr lang="it-IT" sz="1600" dirty="0">
                <a:latin typeface="Avenir Next LT Pro" panose="020B0504020202020204" pitchFamily="34" charset="0"/>
              </a:rPr>
              <a:t> inside the </a:t>
            </a:r>
            <a:r>
              <a:rPr lang="it-IT" sz="1600" dirty="0" err="1">
                <a:latin typeface="Consolas" panose="020B0609020204030204" pitchFamily="49" charset="0"/>
              </a:rPr>
              <a:t>if</a:t>
            </a:r>
            <a:r>
              <a:rPr lang="it-IT" sz="1600" dirty="0">
                <a:latin typeface="Avenir Next LT Pro" panose="020B0504020202020204" pitchFamily="34" charset="0"/>
              </a:rPr>
              <a:t> control to be more aggressive and flood the network. </a:t>
            </a:r>
            <a:r>
              <a:rPr lang="it-IT" sz="1600" dirty="0" err="1">
                <a:latin typeface="Avenir Next LT Pro" panose="020B0504020202020204" pitchFamily="34" charset="0"/>
              </a:rPr>
              <a:t>Calculate</a:t>
            </a:r>
            <a:r>
              <a:rPr lang="it-IT" sz="1600" dirty="0">
                <a:latin typeface="Avenir Next LT Pro" panose="020B0504020202020204" pitchFamily="34" charset="0"/>
              </a:rPr>
              <a:t> </a:t>
            </a:r>
            <a:r>
              <a:rPr lang="it-IT" sz="1600" dirty="0" err="1">
                <a:latin typeface="Avenir Next LT Pro" panose="020B0504020202020204" pitchFamily="34" charset="0"/>
              </a:rPr>
              <a:t>correctly</a:t>
            </a:r>
            <a:r>
              <a:rPr lang="it-IT" sz="1600" dirty="0">
                <a:latin typeface="Avenir Next LT Pro" panose="020B0504020202020204" pitchFamily="34" charset="0"/>
              </a:rPr>
              <a:t> the </a:t>
            </a:r>
            <a:r>
              <a:rPr lang="it-IT" sz="1600" dirty="0" err="1">
                <a:latin typeface="Avenir Next LT Pro" panose="020B0504020202020204" pitchFamily="34" charset="0"/>
              </a:rPr>
              <a:t>expected</a:t>
            </a:r>
            <a:r>
              <a:rPr lang="it-IT" sz="1600" dirty="0">
                <a:latin typeface="Avenir Next LT Pro" panose="020B0504020202020204" pitchFamily="34" charset="0"/>
              </a:rPr>
              <a:t> </a:t>
            </a:r>
            <a:r>
              <a:rPr lang="it-IT" sz="1600" dirty="0" err="1">
                <a:latin typeface="Avenir Next LT Pro" panose="020B0504020202020204" pitchFamily="34" charset="0"/>
              </a:rPr>
              <a:t>sequence</a:t>
            </a:r>
            <a:r>
              <a:rPr lang="it-IT" sz="1600" dirty="0">
                <a:latin typeface="Avenir Next LT Pro" panose="020B0504020202020204" pitchFamily="34" charset="0"/>
              </a:rPr>
              <a:t> </a:t>
            </a:r>
            <a:r>
              <a:rPr lang="it-IT" sz="1600" dirty="0" err="1">
                <a:latin typeface="Avenir Next LT Pro" panose="020B0504020202020204" pitchFamily="34" charset="0"/>
              </a:rPr>
              <a:t>number</a:t>
            </a:r>
            <a:r>
              <a:rPr lang="it-IT" sz="1600" dirty="0">
                <a:latin typeface="Avenir Next LT Pro" panose="020B05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585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DBB48287-02FE-C276-32C2-0CF2CFC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57BE8D8D-44C2-E9D9-A61E-E1ACF696D0F9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9B7E056A-4F5A-2B1A-3E57-DAB5F1E2A317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1D3F75AC-B6DB-E9A8-875F-85837299F736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A464D77E-8C02-3812-68D0-713C92902DFF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B39FE0A4-20B1-FAD6-8F76-495A9439E7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89016167-9484-B3B3-8F5C-CB846EE5DB34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A2A27C97-3823-6B0D-80DD-7E41B82D4493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4DE1DF4E-1D37-DF5E-67A6-F24236E1CD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8" r="668"/>
          <a:stretch/>
        </p:blipFill>
        <p:spPr>
          <a:xfrm>
            <a:off x="1731165" y="4594683"/>
            <a:ext cx="5967419" cy="1996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A8774064-A1CC-A1BD-ADF5-36FE389425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945" b="16945"/>
          <a:stretch/>
        </p:blipFill>
        <p:spPr>
          <a:xfrm>
            <a:off x="181059" y="960438"/>
            <a:ext cx="8781882" cy="2428197"/>
          </a:xfrm>
          <a:prstGeom prst="rect">
            <a:avLst/>
          </a:prstGeom>
        </p:spPr>
      </p:pic>
      <p:sp>
        <p:nvSpPr>
          <p:cNvPr id="2" name="Shape 150">
            <a:extLst>
              <a:ext uri="{FF2B5EF4-FFF2-40B4-BE49-F238E27FC236}">
                <a16:creationId xmlns:a16="http://schemas.microsoft.com/office/drawing/2014/main" id="{D6C5643A-86B7-75B7-AF25-75F9F52B1A53}"/>
              </a:ext>
            </a:extLst>
          </p:cNvPr>
          <p:cNvSpPr txBox="1">
            <a:spLocks/>
          </p:cNvSpPr>
          <p:nvPr/>
        </p:nvSpPr>
        <p:spPr>
          <a:xfrm>
            <a:off x="57149" y="-182563"/>
            <a:ext cx="5860577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2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RST attack on Telnet</a:t>
            </a:r>
            <a:endParaRPr lang="en-US" sz="300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48DE84-8A4C-00B8-66D1-6742FF76A170}"/>
              </a:ext>
            </a:extLst>
          </p:cNvPr>
          <p:cNvSpPr txBox="1"/>
          <p:nvPr/>
        </p:nvSpPr>
        <p:spPr>
          <a:xfrm>
            <a:off x="649502" y="3418756"/>
            <a:ext cx="81307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venir Next LT Pro" panose="020B0504020202020204" pitchFamily="34" charset="0"/>
              </a:rPr>
              <a:t>(</a:t>
            </a:r>
            <a:r>
              <a:rPr lang="it-IT" sz="2000" dirty="0" err="1">
                <a:latin typeface="Avenir Next LT Pro" panose="020B0504020202020204" pitchFamily="34" charset="0"/>
              </a:rPr>
              <a:t>any</a:t>
            </a:r>
            <a:r>
              <a:rPr lang="it-IT" sz="2000" dirty="0">
                <a:latin typeface="Avenir Next LT Pro" panose="020B0504020202020204" pitchFamily="34" charset="0"/>
              </a:rPr>
              <a:t>) Telnet </a:t>
            </a:r>
            <a:r>
              <a:rPr lang="it-IT" sz="2000" b="1" dirty="0" err="1">
                <a:latin typeface="Avenir Next LT Pro" panose="020B0504020202020204" pitchFamily="34" charset="0"/>
              </a:rPr>
              <a:t>packet</a:t>
            </a:r>
            <a:r>
              <a:rPr lang="it-IT" sz="2000" b="1" dirty="0">
                <a:latin typeface="Avenir Next LT Pro" panose="020B0504020202020204" pitchFamily="34" charset="0"/>
              </a:rPr>
              <a:t> </a:t>
            </a:r>
            <a:r>
              <a:rPr lang="it-IT" sz="2000" b="1" dirty="0" err="1">
                <a:latin typeface="Avenir Next LT Pro" panose="020B0504020202020204" pitchFamily="34" charset="0"/>
              </a:rPr>
              <a:t>sniffed</a:t>
            </a:r>
            <a:r>
              <a:rPr lang="it-IT" sz="2000" b="1" dirty="0">
                <a:latin typeface="Avenir Next LT Pro" panose="020B0504020202020204" pitchFamily="34" charset="0"/>
              </a:rPr>
              <a:t> → </a:t>
            </a:r>
            <a:r>
              <a:rPr lang="it-IT" sz="2000" dirty="0">
                <a:latin typeface="Avenir Next LT Pro" panose="020B0504020202020204" pitchFamily="34" charset="0"/>
              </a:rPr>
              <a:t>script </a:t>
            </a:r>
            <a:r>
              <a:rPr lang="it-IT" sz="2000" b="1" dirty="0" err="1">
                <a:latin typeface="Avenir Next LT Pro" panose="020B0504020202020204" pitchFamily="34" charset="0"/>
              </a:rPr>
              <a:t>sends</a:t>
            </a:r>
            <a:r>
              <a:rPr lang="it-IT" sz="2000" b="1" dirty="0">
                <a:latin typeface="Avenir Next LT Pro" panose="020B0504020202020204" pitchFamily="34" charset="0"/>
              </a:rPr>
              <a:t> 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latin typeface="Avenir Next LT Pro" panose="020B0504020202020204" pitchFamily="34" charset="0"/>
              </a:rPr>
              <a:t>Server </a:t>
            </a:r>
            <a:r>
              <a:rPr lang="it-IT" sz="2000" b="1" dirty="0" err="1">
                <a:latin typeface="Avenir Next LT Pro" panose="020B0504020202020204" pitchFamily="34" charset="0"/>
              </a:rPr>
              <a:t>receives</a:t>
            </a:r>
            <a:r>
              <a:rPr lang="it-IT" sz="2000" b="1" dirty="0">
                <a:latin typeface="Avenir Next LT Pro" panose="020B0504020202020204" pitchFamily="34" charset="0"/>
              </a:rPr>
              <a:t> RST → </a:t>
            </a:r>
            <a:r>
              <a:rPr lang="it-IT" sz="2000" dirty="0" err="1">
                <a:latin typeface="Avenir Next LT Pro" panose="020B0504020202020204" pitchFamily="34" charset="0"/>
              </a:rPr>
              <a:t>immediately</a:t>
            </a:r>
            <a:r>
              <a:rPr lang="it-IT" sz="2000" dirty="0">
                <a:latin typeface="Avenir Next LT Pro" panose="020B0504020202020204" pitchFamily="34" charset="0"/>
              </a:rPr>
              <a:t> </a:t>
            </a:r>
            <a:r>
              <a:rPr lang="it-IT" sz="2000" b="1" dirty="0" err="1">
                <a:latin typeface="Avenir Next LT Pro" panose="020B0504020202020204" pitchFamily="34" charset="0"/>
              </a:rPr>
              <a:t>removes</a:t>
            </a:r>
            <a:r>
              <a:rPr lang="it-IT" sz="2000" b="1" dirty="0">
                <a:latin typeface="Avenir Next LT Pro" panose="020B0504020202020204" pitchFamily="34" charset="0"/>
              </a:rPr>
              <a:t> the TCP</a:t>
            </a:r>
            <a:r>
              <a:rPr lang="it-IT" sz="2000" dirty="0">
                <a:latin typeface="Avenir Next LT Pro" panose="020B0504020202020204" pitchFamily="34" charset="0"/>
              </a:rPr>
              <a:t> session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Avenir Next LT Pro" panose="020B0504020202020204" pitchFamily="34" charset="0"/>
              </a:rPr>
              <a:t>Legitimate</a:t>
            </a:r>
            <a:r>
              <a:rPr lang="it-IT" sz="2000" dirty="0">
                <a:latin typeface="Avenir Next LT Pro" panose="020B0504020202020204" pitchFamily="34" charset="0"/>
              </a:rPr>
              <a:t> client </a:t>
            </a:r>
            <a:r>
              <a:rPr lang="it-IT" sz="2000" b="1" dirty="0" err="1">
                <a:latin typeface="Avenir Next LT Pro" panose="020B0504020202020204" pitchFamily="34" charset="0"/>
              </a:rPr>
              <a:t>sends</a:t>
            </a:r>
            <a:r>
              <a:rPr lang="it-IT" sz="2000" b="1" dirty="0">
                <a:latin typeface="Avenir Next LT Pro" panose="020B0504020202020204" pitchFamily="34" charset="0"/>
              </a:rPr>
              <a:t> </a:t>
            </a:r>
            <a:r>
              <a:rPr lang="it-IT" sz="2000" b="1" dirty="0" err="1">
                <a:latin typeface="Avenir Next LT Pro" panose="020B0504020202020204" pitchFamily="34" charset="0"/>
              </a:rPr>
              <a:t>other</a:t>
            </a:r>
            <a:r>
              <a:rPr lang="it-IT" sz="2000" b="1" dirty="0">
                <a:latin typeface="Avenir Next LT Pro" panose="020B0504020202020204" pitchFamily="34" charset="0"/>
              </a:rPr>
              <a:t> data → </a:t>
            </a:r>
            <a:r>
              <a:rPr lang="it-IT" sz="2000" dirty="0">
                <a:latin typeface="Avenir Next LT Pro" panose="020B0504020202020204" pitchFamily="34" charset="0"/>
              </a:rPr>
              <a:t>server no </a:t>
            </a:r>
            <a:r>
              <a:rPr lang="it-IT" sz="2000" dirty="0" err="1">
                <a:latin typeface="Avenir Next LT Pro" panose="020B0504020202020204" pitchFamily="34" charset="0"/>
              </a:rPr>
              <a:t>longer</a:t>
            </a:r>
            <a:r>
              <a:rPr lang="it-IT" sz="2000" dirty="0">
                <a:latin typeface="Avenir Next LT Pro" panose="020B0504020202020204" pitchFamily="34" charset="0"/>
              </a:rPr>
              <a:t> </a:t>
            </a:r>
            <a:r>
              <a:rPr lang="it-IT" sz="2000" dirty="0" err="1">
                <a:latin typeface="Avenir Next LT Pro" panose="020B0504020202020204" pitchFamily="34" charset="0"/>
              </a:rPr>
              <a:t>recognizes</a:t>
            </a:r>
            <a:r>
              <a:rPr lang="it-IT" sz="2000" dirty="0">
                <a:latin typeface="Avenir Next LT Pro" panose="020B0504020202020204" pitchFamily="34" charset="0"/>
              </a:rPr>
              <a:t> the connection </a:t>
            </a:r>
            <a:r>
              <a:rPr lang="it-IT" sz="2000" b="1" dirty="0">
                <a:latin typeface="Avenir Next LT Pro" panose="020B0504020202020204" pitchFamily="34" charset="0"/>
              </a:rPr>
              <a:t>→ </a:t>
            </a:r>
            <a:r>
              <a:rPr lang="it-IT" sz="2000" b="1" dirty="0" err="1">
                <a:latin typeface="Avenir Next LT Pro" panose="020B0504020202020204" pitchFamily="34" charset="0"/>
              </a:rPr>
              <a:t>reply</a:t>
            </a:r>
            <a:r>
              <a:rPr lang="it-IT" sz="2000" b="1" dirty="0">
                <a:latin typeface="Avenir Next LT Pro" panose="020B0504020202020204" pitchFamily="34" charset="0"/>
              </a:rPr>
              <a:t> RST</a:t>
            </a:r>
          </a:p>
        </p:txBody>
      </p:sp>
    </p:spTree>
    <p:extLst>
      <p:ext uri="{BB962C8B-B14F-4D97-AF65-F5344CB8AC3E}">
        <p14:creationId xmlns:p14="http://schemas.microsoft.com/office/powerpoint/2010/main" val="90772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C34A2705-DCFB-E072-C5B3-EE7A9114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5C9F7284-22E8-A947-D9A4-9E293A469DC7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C3655BBD-5012-5F46-B8D5-40717697C5C2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9FE0152A-3D4D-F6D0-6042-F44C7E668A8C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BE5D2722-DD85-46E3-0EB1-0670D909504D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4A261683-8B52-C44A-0A17-DFE86772EE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6B019BAD-0D68-A091-94AE-AF46EC6D505D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230F9402-DA30-4E73-31CE-2EF127CA665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C87F8C82-8647-5CAD-017F-9F9E90B0DA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6002274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30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Task 3</a:t>
            </a:r>
            <a:r>
              <a:rPr lang="en-US" sz="3000" noProof="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 err="1">
                <a:solidFill>
                  <a:schemeClr val="bg1"/>
                </a:solidFill>
                <a:latin typeface="Avenir Next LT Pro" panose="020B0504020202020204" pitchFamily="34" charset="0"/>
              </a:rPr>
              <a:t>Hijacking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  <a:r>
              <a:rPr lang="it-IT" sz="3000" err="1">
                <a:solidFill>
                  <a:schemeClr val="bg1"/>
                </a:solidFill>
                <a:latin typeface="Avenir Next LT Pro" panose="020B0504020202020204" pitchFamily="34" charset="0"/>
              </a:rPr>
              <a:t>attack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 on Telnet</a:t>
            </a:r>
            <a:endParaRPr lang="en-US" sz="3000" noProof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CADD8-D6DF-4131-9C2A-FD8B05AF5A4A}"/>
              </a:ext>
            </a:extLst>
          </p:cNvPr>
          <p:cNvSpPr txBox="1"/>
          <p:nvPr/>
        </p:nvSpPr>
        <p:spPr>
          <a:xfrm>
            <a:off x="162046" y="959300"/>
            <a:ext cx="246018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venir Next LT Pro" panose="020B0504020202020204" pitchFamily="34" charset="0"/>
              </a:rPr>
              <a:t>Capture raw</a:t>
            </a:r>
            <a:endParaRPr lang="it-IT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 b="1">
                <a:latin typeface="Avenir Next LT Pro" panose="020B0504020202020204" pitchFamily="34" charset="0"/>
              </a:rPr>
              <a:t>SEQ</a:t>
            </a:r>
            <a:endParaRPr lang="en-US" b="1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 b="1">
                <a:latin typeface="Avenir Next LT Pro" panose="020B0504020202020204" pitchFamily="34" charset="0"/>
              </a:rPr>
              <a:t>ACK</a:t>
            </a:r>
            <a:endParaRPr lang="en-US" b="1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Avenir Next LT Pro" panose="020B0504020202020204" pitchFamily="34" charset="0"/>
              </a:rPr>
              <a:t>client </a:t>
            </a:r>
            <a:r>
              <a:rPr lang="en-US" sz="2000" b="1">
                <a:latin typeface="Avenir Next LT Pro" panose="020B0504020202020204" pitchFamily="34" charset="0"/>
              </a:rPr>
              <a:t>port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DAF0D5-A4B4-4D53-A36F-892108F22F26}"/>
              </a:ext>
            </a:extLst>
          </p:cNvPr>
          <p:cNvSpPr txBox="1"/>
          <p:nvPr/>
        </p:nvSpPr>
        <p:spPr>
          <a:xfrm>
            <a:off x="5108519" y="4637411"/>
            <a:ext cx="382003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Avenir Next LT Pro"/>
              </a:rPr>
              <a:t>Inject command in </a:t>
            </a:r>
            <a:r>
              <a:rPr lang="en-US" sz="2000" dirty="0">
                <a:latin typeface="Avenir Next LT Pro"/>
              </a:rPr>
              <a:t>payload and set correct </a:t>
            </a:r>
            <a:r>
              <a:rPr lang="en-US" sz="2000" b="1" dirty="0">
                <a:latin typeface="Avenir Next LT Pro"/>
              </a:rPr>
              <a:t>flags</a:t>
            </a:r>
            <a:endParaRPr lang="en-US" sz="2000" dirty="0">
              <a:latin typeface="Avenir Next LT Pro"/>
            </a:endParaRPr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F0E617-31F3-F630-33B0-46BE26DB6C3B}"/>
              </a:ext>
            </a:extLst>
          </p:cNvPr>
          <p:cNvSpPr txBox="1"/>
          <p:nvPr/>
        </p:nvSpPr>
        <p:spPr>
          <a:xfrm>
            <a:off x="313565" y="2690601"/>
            <a:ext cx="2559107" cy="8976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>
              <a:lnSpc>
                <a:spcPts val="2250"/>
              </a:lnSpc>
            </a:pPr>
            <a:r>
              <a:rPr lang="en-US" sz="2000" b="1" i="0" u="none" strike="noStrike" baseline="0">
                <a:solidFill>
                  <a:srgbClr val="000000"/>
                </a:solidFill>
                <a:latin typeface="Avenir Next LT Pro" panose="020B0504020202020204" pitchFamily="34" charset="0"/>
              </a:rPr>
              <a:t>Next SEQ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Avenir Next LT Pro" panose="020B0504020202020204" pitchFamily="34" charset="0"/>
              </a:rPr>
              <a:t> = last SEQ + payload byte</a:t>
            </a:r>
            <a:r>
              <a:rPr lang="en-US" sz="2000" b="0" i="0">
                <a:solidFill>
                  <a:srgbClr val="000000"/>
                </a:solidFill>
                <a:latin typeface="Avenir Next LT Pro" panose="020B0504020202020204" pitchFamily="34" charset="0"/>
              </a:rPr>
              <a:t>​</a:t>
            </a:r>
            <a:endParaRPr lang="it-IT">
              <a:latin typeface="Avenir Next LT Pro" panose="020B0504020202020204" pitchFamily="34" charset="0"/>
            </a:endParaRPr>
          </a:p>
          <a:p>
            <a:pPr algn="ctr"/>
            <a:endParaRPr lang="it-IT">
              <a:latin typeface="Avenir Next LT Pro" panose="020B0504020202020204" pitchFamily="34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FEBDAE1-7AE4-C04C-23EE-F9D9C8779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4858" y="808052"/>
            <a:ext cx="5866726" cy="28547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D976A20C-EAC4-1288-B813-213F068EE929}"/>
                  </a:ext>
                </a:extLst>
              </p14:cNvPr>
              <p14:cNvContentPartPr/>
              <p14:nvPr/>
            </p14:nvContentPartPr>
            <p14:xfrm>
              <a:off x="4109884" y="2399071"/>
              <a:ext cx="78130" cy="4916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D976A20C-EAC4-1288-B813-213F068EE9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0924" y="2276171"/>
                <a:ext cx="95691" cy="2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B6442298-14F7-20C4-278D-71C1C114B7FB}"/>
                  </a:ext>
                </a:extLst>
              </p14:cNvPr>
              <p14:cNvContentPartPr/>
              <p14:nvPr/>
            </p14:nvContentPartPr>
            <p14:xfrm>
              <a:off x="4807974" y="2974257"/>
              <a:ext cx="78130" cy="4916"/>
            </p14:xfrm>
          </p:contentPart>
        </mc:Choice>
        <mc:Fallback xmlns=""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B6442298-14F7-20C4-278D-71C1C114B7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9014" y="2851357"/>
                <a:ext cx="95691" cy="2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164CEB3F-7E16-5C66-690E-0E79BAD124B5}"/>
                  </a:ext>
                </a:extLst>
              </p14:cNvPr>
              <p14:cNvContentPartPr/>
              <p14:nvPr/>
            </p14:nvContentPartPr>
            <p14:xfrm>
              <a:off x="4940709" y="3220064"/>
              <a:ext cx="78130" cy="4916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164CEB3F-7E16-5C66-690E-0E79BAD124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31749" y="3097164"/>
                <a:ext cx="95691" cy="24580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Immagine 28">
            <a:extLst>
              <a:ext uri="{FF2B5EF4-FFF2-40B4-BE49-F238E27FC236}">
                <a16:creationId xmlns:a16="http://schemas.microsoft.com/office/drawing/2014/main" id="{EE2FFFCC-D0C8-2AF4-29FD-C105E089C95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-100454" y="3654283"/>
            <a:ext cx="5445378" cy="25612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056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BF55E1B2-D730-464E-2C66-66461944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F60E5A90-4242-9595-0F6C-6E168D668FCF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2D912FA9-5808-2269-18FE-B6B46562AD63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714F38EB-C78A-438A-0766-4D255655557A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81584C86-7094-13AD-250E-AFE653543EAE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8EC60C0B-DAB5-4947-3210-011FE0E9AE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0C0D9C68-1345-1FFA-311C-12FDE2CE1A35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38B3DA7B-8711-FEA7-1042-3A5C95F6FA2F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C4EC1788-2163-5555-F36E-87E8052BE8C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-177"/>
          <a:stretch>
            <a:fillRect/>
          </a:stretch>
        </p:blipFill>
        <p:spPr>
          <a:xfrm>
            <a:off x="900113" y="742950"/>
            <a:ext cx="7343775" cy="5381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Shape 150">
            <a:extLst>
              <a:ext uri="{FF2B5EF4-FFF2-40B4-BE49-F238E27FC236}">
                <a16:creationId xmlns:a16="http://schemas.microsoft.com/office/drawing/2014/main" id="{5ADED50D-121F-375D-E5E1-10379D2E3792}"/>
              </a:ext>
            </a:extLst>
          </p:cNvPr>
          <p:cNvSpPr txBox="1">
            <a:spLocks/>
          </p:cNvSpPr>
          <p:nvPr/>
        </p:nvSpPr>
        <p:spPr>
          <a:xfrm>
            <a:off x="57150" y="-182563"/>
            <a:ext cx="6002274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3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Hijacking attack on Telnet</a:t>
            </a:r>
            <a:endParaRPr lang="en-US" sz="300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9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314C464-F364-F28D-8920-61DC8BB9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EC8B7B4D-1943-E39D-16B3-45FD99ADD7FB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96D394C-43E7-1840-961C-A9F404B5BB3D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42B8D072-D1F3-61F8-C1AF-CB2C395F641B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3F6A079B-28EE-BCB5-179E-9966A0BE9901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230C5E09-6034-5248-2FA7-165176A8E4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C947DEEC-8FA3-D25F-BE20-61A48F497D9B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60572607-410C-0E81-C15E-AF203994EACD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" name="Immagine 1">
            <a:extLst>
              <a:ext uri="{FF2B5EF4-FFF2-40B4-BE49-F238E27FC236}">
                <a16:creationId xmlns:a16="http://schemas.microsoft.com/office/drawing/2014/main" id="{4AAD8C40-ACC3-5107-74F3-AA94CF88376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887" y="4534875"/>
            <a:ext cx="4934203" cy="17284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A7BAEA1-C8CF-BEF6-0845-A4E20CD61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0206" y="4721336"/>
            <a:ext cx="1355518" cy="135551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11DFFAC-836D-FCF9-9081-C318D45E9F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920" y="2375885"/>
            <a:ext cx="4430390" cy="215680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6E58F38-C25C-15D5-66CE-57356AB0AE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05" y="877173"/>
            <a:ext cx="4592230" cy="2268072"/>
          </a:xfrm>
          <a:prstGeom prst="rect">
            <a:avLst/>
          </a:prstGeom>
        </p:spPr>
      </p:pic>
      <p:sp>
        <p:nvSpPr>
          <p:cNvPr id="7" name="CasellaDiTesto 15">
            <a:extLst>
              <a:ext uri="{FF2B5EF4-FFF2-40B4-BE49-F238E27FC236}">
                <a16:creationId xmlns:a16="http://schemas.microsoft.com/office/drawing/2014/main" id="{F4CECF91-8736-5D01-4D59-8D5F00E7BA25}"/>
              </a:ext>
            </a:extLst>
          </p:cNvPr>
          <p:cNvSpPr txBox="1"/>
          <p:nvPr/>
        </p:nvSpPr>
        <p:spPr>
          <a:xfrm>
            <a:off x="5128328" y="1173346"/>
            <a:ext cx="3600956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venir Next LT Pro"/>
              </a:rPr>
              <a:t>Sent (Hij)</a:t>
            </a:r>
            <a:r>
              <a:rPr lang="en-US" sz="2000" err="1">
                <a:latin typeface="Avenir Next LT Pro"/>
              </a:rPr>
              <a:t>Acked</a:t>
            </a:r>
            <a:r>
              <a:rPr lang="en-US" sz="2000">
                <a:latin typeface="Avenir Next LT Pro"/>
              </a:rPr>
              <a:t> packet</a:t>
            </a:r>
            <a:endParaRPr lang="it-IT">
              <a:latin typeface="Avenir Next LT Pro"/>
            </a:endParaRPr>
          </a:p>
          <a:p>
            <a:pPr algn="ctr"/>
            <a:endParaRPr lang="it-IT">
              <a:latin typeface="Avenir Next LT Pro" panose="020B0504020202020204" pitchFamily="34" charset="0"/>
            </a:endParaRPr>
          </a:p>
        </p:txBody>
      </p:sp>
      <p:sp>
        <p:nvSpPr>
          <p:cNvPr id="15" name="CasellaDiTesto 16">
            <a:extLst>
              <a:ext uri="{FF2B5EF4-FFF2-40B4-BE49-F238E27FC236}">
                <a16:creationId xmlns:a16="http://schemas.microsoft.com/office/drawing/2014/main" id="{656455E0-3B2E-3A91-A044-6508D106F936}"/>
              </a:ext>
            </a:extLst>
          </p:cNvPr>
          <p:cNvSpPr txBox="1"/>
          <p:nvPr/>
        </p:nvSpPr>
        <p:spPr>
          <a:xfrm>
            <a:off x="556327" y="3489690"/>
            <a:ext cx="360095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latin typeface="Avenir Next LT Pro"/>
              </a:rPr>
              <a:t>Server respond with ACK, accepting packet</a:t>
            </a:r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sp>
        <p:nvSpPr>
          <p:cNvPr id="16" name="Shape 150">
            <a:extLst>
              <a:ext uri="{FF2B5EF4-FFF2-40B4-BE49-F238E27FC236}">
                <a16:creationId xmlns:a16="http://schemas.microsoft.com/office/drawing/2014/main" id="{33571447-1812-B81D-736E-A792A4183FC6}"/>
              </a:ext>
            </a:extLst>
          </p:cNvPr>
          <p:cNvSpPr txBox="1">
            <a:spLocks/>
          </p:cNvSpPr>
          <p:nvPr/>
        </p:nvSpPr>
        <p:spPr>
          <a:xfrm>
            <a:off x="57150" y="-182563"/>
            <a:ext cx="6002274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3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Hijacking attack on Telnet</a:t>
            </a:r>
            <a:endParaRPr lang="en-US" sz="300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07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C535361A-2448-61FF-9622-88835747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96BB8BE0-02F7-555A-8A8E-2737AA0D3833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25525C5C-8313-3254-44BC-43ED610BECDA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599E1DC9-DE45-9812-2DB0-D8F6C0535ECA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69365CF2-7CB6-9421-F12A-3D402D05C2C2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9D8B6A68-8A90-3438-45DC-F316C3610A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0F19BED9-72AB-0428-2C00-1295F9691C4F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C1102FA2-1840-C400-FF97-BAE774C795E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470C9E94-7AD3-11D6-DD91-A8CB6DAB854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058287" y="1041385"/>
            <a:ext cx="6152742" cy="46756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A66B4AE0-8D1E-4750-889E-CBE028F4564C}"/>
              </a:ext>
            </a:extLst>
          </p:cNvPr>
          <p:cNvSpPr txBox="1"/>
          <p:nvPr/>
        </p:nvSpPr>
        <p:spPr>
          <a:xfrm>
            <a:off x="202506" y="1616778"/>
            <a:ext cx="2978349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venir Next LT Pro" panose="020B0504020202020204" pitchFamily="34" charset="0"/>
              </a:rPr>
              <a:t>Automatic retrieving of:</a:t>
            </a:r>
            <a:endParaRPr lang="it-IT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 b="1">
                <a:latin typeface="Avenir Next LT Pro" panose="020B0504020202020204" pitchFamily="34" charset="0"/>
              </a:rPr>
              <a:t>SEQ</a:t>
            </a:r>
            <a:endParaRPr lang="en-US" b="1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 b="1">
                <a:latin typeface="Avenir Next LT Pro" panose="020B0504020202020204" pitchFamily="34" charset="0"/>
              </a:rPr>
              <a:t>ACK</a:t>
            </a:r>
            <a:endParaRPr lang="en-US" b="1">
              <a:latin typeface="Avenir Next LT Pro" panose="020B0504020202020204" pitchFamily="34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Avenir Next LT Pro" panose="020B0504020202020204" pitchFamily="34" charset="0"/>
              </a:rPr>
              <a:t>client </a:t>
            </a:r>
            <a:r>
              <a:rPr lang="en-US" sz="2000" b="1">
                <a:latin typeface="Avenir Next LT Pro" panose="020B0504020202020204" pitchFamily="34" charset="0"/>
              </a:rPr>
              <a:t>port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818CF1EC-E3E9-E2A4-B6B5-D08AC81B4729}"/>
              </a:ext>
            </a:extLst>
          </p:cNvPr>
          <p:cNvSpPr txBox="1"/>
          <p:nvPr/>
        </p:nvSpPr>
        <p:spPr>
          <a:xfrm>
            <a:off x="293945" y="4146617"/>
            <a:ext cx="297834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venir Next LT Pro" panose="020B0504020202020204" pitchFamily="34" charset="0"/>
              </a:rPr>
              <a:t>Autonomous </a:t>
            </a:r>
            <a:r>
              <a:rPr lang="en-US" sz="2000" b="1">
                <a:latin typeface="Avenir Next LT Pro" panose="020B0504020202020204" pitchFamily="34" charset="0"/>
              </a:rPr>
              <a:t>send </a:t>
            </a:r>
            <a:r>
              <a:rPr lang="en-US" sz="2000">
                <a:latin typeface="Avenir Next LT Pro" panose="020B0504020202020204" pitchFamily="34" charset="0"/>
              </a:rPr>
              <a:t>and </a:t>
            </a:r>
            <a:r>
              <a:rPr lang="en-US" sz="2000" b="1">
                <a:latin typeface="Avenir Next LT Pro" panose="020B0504020202020204" pitchFamily="34" charset="0"/>
              </a:rPr>
              <a:t>stop</a:t>
            </a:r>
            <a:endParaRPr lang="it-IT" b="1">
              <a:latin typeface="Avenir Next LT Pro" panose="020B0504020202020204" pitchFamily="34" charset="0"/>
            </a:endParaRPr>
          </a:p>
        </p:txBody>
      </p:sp>
      <p:sp>
        <p:nvSpPr>
          <p:cNvPr id="18" name="Shape 150">
            <a:extLst>
              <a:ext uri="{FF2B5EF4-FFF2-40B4-BE49-F238E27FC236}">
                <a16:creationId xmlns:a16="http://schemas.microsoft.com/office/drawing/2014/main" id="{2A9BBD37-1874-3096-A7C7-81833A5CA089}"/>
              </a:ext>
            </a:extLst>
          </p:cNvPr>
          <p:cNvSpPr txBox="1">
            <a:spLocks/>
          </p:cNvSpPr>
          <p:nvPr/>
        </p:nvSpPr>
        <p:spPr>
          <a:xfrm>
            <a:off x="57150" y="-182563"/>
            <a:ext cx="6002274" cy="1143001"/>
          </a:xfrm>
          <a:prstGeom prst="rect">
            <a:avLst/>
          </a:prstGeom>
        </p:spPr>
        <p:txBody>
          <a:bodyPr spcFirstLastPara="1" vert="horz" wrap="square" lIns="82925" tIns="82925" rIns="82925" bIns="8292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solidFill>
                  <a:srgbClr val="FFFFFF"/>
                </a:solidFill>
                <a:latin typeface="Avenir Next LT Pro" panose="020B0504020202020204" pitchFamily="34" charset="0"/>
              </a:rPr>
              <a:t>Task 3</a:t>
            </a:r>
            <a:r>
              <a:rPr lang="en-US" sz="300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>
                <a:solidFill>
                  <a:schemeClr val="bg1"/>
                </a:solidFill>
                <a:latin typeface="Avenir Next LT Pro" panose="020B0504020202020204" pitchFamily="34" charset="0"/>
              </a:rPr>
              <a:t>Hijacking attack on Telnet</a:t>
            </a:r>
            <a:endParaRPr lang="en-US" sz="300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12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B1E32F18-AE3F-042D-D9AA-04B9FFD0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8B751E3B-D948-B67F-8807-0ED2C0A09783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41CD7157-6B53-499C-86AF-B09F5214AAFE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36C89DA8-2A46-E746-222B-FA23858039F9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9C108DEB-A1EB-02F8-A794-96A5988DB7E1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E2F8A162-86AC-0253-BF5F-6F6A764E6C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11233397-DEF8-071F-98A4-5A37C24F11EA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C93B591D-D5D9-7F44-3212-555329E58D2E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66008A30-64D6-E06F-F9DE-9AA1AB6112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4</a:t>
            </a:r>
            <a:r>
              <a:rPr lang="en-US" sz="3000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 dirty="0">
                <a:solidFill>
                  <a:schemeClr val="bg1"/>
                </a:solidFill>
                <a:latin typeface="Avenir Next LT Pro" panose="020B0504020202020204" pitchFamily="34" charset="0"/>
              </a:rPr>
              <a:t>Reverse shell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3A2C2C6-5241-EC48-894A-E9271D6E62B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50" y="3122699"/>
            <a:ext cx="4934119" cy="1779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2852B77-6937-0BD1-8C3B-5EDB33BE49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87373" y="659474"/>
            <a:ext cx="5213350" cy="26000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D6BE292-CE3A-08D8-8F00-1872C7E2070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7605" y="4267747"/>
            <a:ext cx="4934118" cy="20737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CasellaDiTesto 16">
            <a:extLst>
              <a:ext uri="{FF2B5EF4-FFF2-40B4-BE49-F238E27FC236}">
                <a16:creationId xmlns:a16="http://schemas.microsoft.com/office/drawing/2014/main" id="{E33B5922-60BD-78EE-EB98-5745A2B0B415}"/>
              </a:ext>
            </a:extLst>
          </p:cNvPr>
          <p:cNvSpPr txBox="1"/>
          <p:nvPr/>
        </p:nvSpPr>
        <p:spPr>
          <a:xfrm>
            <a:off x="403927" y="2412730"/>
            <a:ext cx="4078476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venir Next LT Pro"/>
              </a:rPr>
              <a:t>Specific payload with command</a:t>
            </a:r>
            <a:endParaRPr lang="it-IT"/>
          </a:p>
          <a:p>
            <a:pPr algn="ctr"/>
            <a:endParaRPr lang="it-IT">
              <a:latin typeface="Avenir Next LT Pro" panose="020B0504020202020204" pitchFamily="34" charset="0"/>
            </a:endParaRPr>
          </a:p>
        </p:txBody>
      </p:sp>
      <p:sp>
        <p:nvSpPr>
          <p:cNvPr id="7" name="CasellaDiTesto 16">
            <a:extLst>
              <a:ext uri="{FF2B5EF4-FFF2-40B4-BE49-F238E27FC236}">
                <a16:creationId xmlns:a16="http://schemas.microsoft.com/office/drawing/2014/main" id="{1ED655A4-2B17-32A4-5B84-DAC9BAE0A3C7}"/>
              </a:ext>
            </a:extLst>
          </p:cNvPr>
          <p:cNvSpPr txBox="1"/>
          <p:nvPr/>
        </p:nvSpPr>
        <p:spPr>
          <a:xfrm>
            <a:off x="5067366" y="3662410"/>
            <a:ext cx="360095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venir Next LT Pro"/>
              </a:rPr>
              <a:t>Opening ports to accept inbound connection</a:t>
            </a:r>
            <a:endParaRPr lang="it-IT"/>
          </a:p>
          <a:p>
            <a:pPr algn="ctr"/>
            <a:endParaRPr lang="it-IT">
              <a:latin typeface="Avenir Next LT Pro" panose="020B0504020202020204" pitchFamily="34" charset="0"/>
            </a:endParaRPr>
          </a:p>
        </p:txBody>
      </p:sp>
      <p:sp>
        <p:nvSpPr>
          <p:cNvPr id="15" name="CasellaDiTesto 16">
            <a:extLst>
              <a:ext uri="{FF2B5EF4-FFF2-40B4-BE49-F238E27FC236}">
                <a16:creationId xmlns:a16="http://schemas.microsoft.com/office/drawing/2014/main" id="{11B8C4E4-6A58-3E56-1D8C-006DB7A1C9D0}"/>
              </a:ext>
            </a:extLst>
          </p:cNvPr>
          <p:cNvSpPr txBox="1"/>
          <p:nvPr/>
        </p:nvSpPr>
        <p:spPr>
          <a:xfrm>
            <a:off x="657926" y="5176250"/>
            <a:ext cx="360095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latin typeface="Avenir Next LT Pro"/>
              </a:rPr>
              <a:t>Successfully connected to a Reverse Shell</a:t>
            </a:r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7E65F2D-D79B-B90B-A58D-370E8DB1F21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1" t="1649" r="-243" b="50410"/>
          <a:stretch>
            <a:fillRect/>
          </a:stretch>
        </p:blipFill>
        <p:spPr>
          <a:xfrm>
            <a:off x="402054" y="969929"/>
            <a:ext cx="3842648" cy="142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4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2B57DC09-D464-4341-FDE9-0EC1BE3E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5AE6548F-6B92-4AAF-05CF-664BDB994F12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497AF864-8105-43DF-4712-B5073A4B6E7C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D27F5672-F027-97A6-999B-CD696659E793}"/>
                </a:ext>
              </a:extLst>
            </p:cNvPr>
            <p:cNvPicPr/>
            <p:nvPr/>
          </p:nvPicPr>
          <p:blipFill>
            <a:blip r:embed="rId3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3C46D9F7-FDEC-D115-377E-3EA1F6D6B138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BE91809C-BF8C-C8F2-C957-BB645C9E436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13" name="Shape 88">
                <a:extLst>
                  <a:ext uri="{FF2B5EF4-FFF2-40B4-BE49-F238E27FC236}">
                    <a16:creationId xmlns:a16="http://schemas.microsoft.com/office/drawing/2014/main" id="{31C6A78B-5AAF-8528-38BA-76167E449416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-US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-US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-US" sz="1100" noProof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14" name="Shape 93">
                <a:extLst>
                  <a:ext uri="{FF2B5EF4-FFF2-40B4-BE49-F238E27FC236}">
                    <a16:creationId xmlns:a16="http://schemas.microsoft.com/office/drawing/2014/main" id="{E03F91BA-D6E9-D7CF-4EF9-92A38F32B009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5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0" name="Shape 150">
            <a:extLst>
              <a:ext uri="{FF2B5EF4-FFF2-40B4-BE49-F238E27FC236}">
                <a16:creationId xmlns:a16="http://schemas.microsoft.com/office/drawing/2014/main" id="{CAEF2FA2-3E34-C5EA-E617-60C3EA82B0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7150" y="-182563"/>
            <a:ext cx="5213350" cy="1143001"/>
          </a:xfrm>
          <a:prstGeom prst="rect">
            <a:avLst/>
          </a:prstGeom>
        </p:spPr>
        <p:txBody>
          <a:bodyPr spcFirstLastPara="1" wrap="square" lIns="82925" tIns="82925" rIns="82925" bIns="829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3000" b="1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Task 4</a:t>
            </a:r>
            <a:r>
              <a:rPr lang="en-US" sz="3000" noProof="0" dirty="0">
                <a:solidFill>
                  <a:srgbClr val="FFFFFF"/>
                </a:solidFill>
                <a:latin typeface="Avenir Next LT Pro" panose="020B0504020202020204" pitchFamily="34" charset="0"/>
              </a:rPr>
              <a:t>: </a:t>
            </a:r>
            <a:r>
              <a:rPr lang="it-IT" sz="3000" dirty="0">
                <a:solidFill>
                  <a:schemeClr val="bg1"/>
                </a:solidFill>
                <a:latin typeface="Avenir Next LT Pro" panose="020B0504020202020204" pitchFamily="34" charset="0"/>
              </a:rPr>
              <a:t>Reverse shell</a:t>
            </a:r>
            <a:endParaRPr lang="en-US" sz="3000" noProof="0" dirty="0">
              <a:solidFill>
                <a:srgbClr val="FFFF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DBE6C1F-4FA1-3C07-67DF-E50468DF5EA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50" y="3122699"/>
            <a:ext cx="4934119" cy="1779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DE39FA5-D147-EFCA-1114-3289EEE352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87373" y="659474"/>
            <a:ext cx="5213350" cy="26000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54E1C1A-E9C9-5ABC-8928-E2F2B471400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7605" y="4267747"/>
            <a:ext cx="4934118" cy="20737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CasellaDiTesto 16">
            <a:extLst>
              <a:ext uri="{FF2B5EF4-FFF2-40B4-BE49-F238E27FC236}">
                <a16:creationId xmlns:a16="http://schemas.microsoft.com/office/drawing/2014/main" id="{7AB9AF80-A1CA-1805-22D2-ACDB9E2D9FDB}"/>
              </a:ext>
            </a:extLst>
          </p:cNvPr>
          <p:cNvSpPr txBox="1"/>
          <p:nvPr/>
        </p:nvSpPr>
        <p:spPr>
          <a:xfrm>
            <a:off x="403927" y="2412730"/>
            <a:ext cx="4078476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Avenir Next LT Pro"/>
              </a:rPr>
              <a:t>Specific payload </a:t>
            </a:r>
            <a:r>
              <a:rPr lang="en-US" sz="2000" dirty="0">
                <a:latin typeface="Avenir Next LT Pro"/>
              </a:rPr>
              <a:t>with command</a:t>
            </a:r>
            <a:endParaRPr lang="it-IT" dirty="0"/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sp>
        <p:nvSpPr>
          <p:cNvPr id="7" name="CasellaDiTesto 16">
            <a:extLst>
              <a:ext uri="{FF2B5EF4-FFF2-40B4-BE49-F238E27FC236}">
                <a16:creationId xmlns:a16="http://schemas.microsoft.com/office/drawing/2014/main" id="{C154F63F-8AD9-62C7-3E42-EB4E48DE8BC5}"/>
              </a:ext>
            </a:extLst>
          </p:cNvPr>
          <p:cNvSpPr txBox="1"/>
          <p:nvPr/>
        </p:nvSpPr>
        <p:spPr>
          <a:xfrm>
            <a:off x="5067366" y="3662410"/>
            <a:ext cx="360095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Avenir Next LT Pro"/>
              </a:rPr>
              <a:t>Opening ports </a:t>
            </a:r>
            <a:r>
              <a:rPr lang="en-US" sz="2000" dirty="0">
                <a:latin typeface="Avenir Next LT Pro"/>
              </a:rPr>
              <a:t>to accept inbound connection</a:t>
            </a:r>
            <a:endParaRPr lang="it-IT" dirty="0"/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sp>
        <p:nvSpPr>
          <p:cNvPr id="15" name="CasellaDiTesto 16">
            <a:extLst>
              <a:ext uri="{FF2B5EF4-FFF2-40B4-BE49-F238E27FC236}">
                <a16:creationId xmlns:a16="http://schemas.microsoft.com/office/drawing/2014/main" id="{3B872DCE-0F89-4464-4026-DF882EC72DB7}"/>
              </a:ext>
            </a:extLst>
          </p:cNvPr>
          <p:cNvSpPr txBox="1"/>
          <p:nvPr/>
        </p:nvSpPr>
        <p:spPr>
          <a:xfrm>
            <a:off x="642687" y="5016556"/>
            <a:ext cx="360095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latin typeface="Avenir Next LT Pro"/>
              </a:rPr>
              <a:t>Successfully connected to a </a:t>
            </a:r>
            <a:r>
              <a:rPr lang="en-US" sz="2000" b="1" dirty="0">
                <a:latin typeface="Avenir Next LT Pro"/>
              </a:rPr>
              <a:t>Reverse Shell</a:t>
            </a:r>
          </a:p>
          <a:p>
            <a:pPr algn="ctr"/>
            <a:endParaRPr lang="it-IT" dirty="0">
              <a:latin typeface="Avenir Next LT Pro" panose="020B0504020202020204" pitchFamily="34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3C770AB-BAF8-4543-82C3-9BC13006E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865584"/>
            <a:ext cx="2854960" cy="154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23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E4E92B91-5845-38AD-B1DE-47CD016B1E72}"/>
              </a:ext>
            </a:extLst>
          </p:cNvPr>
          <p:cNvGrpSpPr/>
          <p:nvPr/>
        </p:nvGrpSpPr>
        <p:grpSpPr>
          <a:xfrm>
            <a:off x="-1430391" y="-9526"/>
            <a:ext cx="12045614" cy="6936652"/>
            <a:chOff x="-1430391" y="-9526"/>
            <a:chExt cx="12045614" cy="6936652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D000774C-171E-0438-4C45-A4E022DD201A}"/>
                </a:ext>
              </a:extLst>
            </p:cNvPr>
            <p:cNvSpPr/>
            <p:nvPr/>
          </p:nvSpPr>
          <p:spPr>
            <a:xfrm>
              <a:off x="-304800" y="-9526"/>
              <a:ext cx="10039350" cy="723901"/>
            </a:xfrm>
            <a:prstGeom prst="rect">
              <a:avLst/>
            </a:pr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noProof="0" dirty="0"/>
            </a:p>
          </p:txBody>
        </p:sp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FC083752-250D-8057-FB44-6E84345F17D2}"/>
                </a:ext>
              </a:extLst>
            </p:cNvPr>
            <p:cNvPicPr/>
            <p:nvPr/>
          </p:nvPicPr>
          <p:blipFill>
            <a:blip r:embed="rId2">
              <a:duotone>
                <a:prstClr val="black"/>
                <a:srgbClr val="00206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49882" y="6175073"/>
              <a:ext cx="897868" cy="536309"/>
            </a:xfrm>
            <a:prstGeom prst="rect">
              <a:avLst/>
            </a:prstGeom>
          </p:spPr>
        </p:pic>
        <p:sp>
          <p:nvSpPr>
            <p:cNvPr id="5" name="Figura a mano libera: forma 4">
              <a:extLst>
                <a:ext uri="{FF2B5EF4-FFF2-40B4-BE49-F238E27FC236}">
                  <a16:creationId xmlns:a16="http://schemas.microsoft.com/office/drawing/2014/main" id="{13D17E92-9CB2-33EA-C866-25121963123A}"/>
                </a:ext>
              </a:extLst>
            </p:cNvPr>
            <p:cNvSpPr/>
            <p:nvPr/>
          </p:nvSpPr>
          <p:spPr>
            <a:xfrm>
              <a:off x="-1430391" y="6256020"/>
              <a:ext cx="12045614" cy="671106"/>
            </a:xfrm>
            <a:custGeom>
              <a:avLst/>
              <a:gdLst>
                <a:gd name="csX0" fmla="*/ 637911 w 12045614"/>
                <a:gd name="csY0" fmla="*/ 624840 h 671106"/>
                <a:gd name="csX1" fmla="*/ 1521831 w 12045614"/>
                <a:gd name="csY1" fmla="*/ 624840 h 671106"/>
                <a:gd name="csX2" fmla="*/ 4486011 w 12045614"/>
                <a:gd name="csY2" fmla="*/ 419100 h 671106"/>
                <a:gd name="csX3" fmla="*/ 6832971 w 12045614"/>
                <a:gd name="csY3" fmla="*/ 144780 h 671106"/>
                <a:gd name="csX4" fmla="*/ 8905611 w 12045614"/>
                <a:gd name="csY4" fmla="*/ 0 h 671106"/>
                <a:gd name="csX5" fmla="*/ 10757271 w 12045614"/>
                <a:gd name="csY5" fmla="*/ 38100 h 671106"/>
                <a:gd name="csX6" fmla="*/ 11450691 w 12045614"/>
                <a:gd name="csY6" fmla="*/ 335280 h 671106"/>
                <a:gd name="csX7" fmla="*/ 11138271 w 12045614"/>
                <a:gd name="csY7" fmla="*/ 655320 h 671106"/>
                <a:gd name="csX8" fmla="*/ 637911 w 12045614"/>
                <a:gd name="csY8" fmla="*/ 624840 h 67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45614" h="671106">
                  <a:moveTo>
                    <a:pt x="637911" y="624840"/>
                  </a:moveTo>
                  <a:cubicBezTo>
                    <a:pt x="-964829" y="619760"/>
                    <a:pt x="880481" y="659130"/>
                    <a:pt x="1521831" y="624840"/>
                  </a:cubicBezTo>
                  <a:cubicBezTo>
                    <a:pt x="2163181" y="590550"/>
                    <a:pt x="3600821" y="499110"/>
                    <a:pt x="4486011" y="419100"/>
                  </a:cubicBezTo>
                  <a:cubicBezTo>
                    <a:pt x="5371201" y="339090"/>
                    <a:pt x="6096371" y="214630"/>
                    <a:pt x="6832971" y="144780"/>
                  </a:cubicBezTo>
                  <a:cubicBezTo>
                    <a:pt x="7569571" y="74930"/>
                    <a:pt x="8251561" y="17780"/>
                    <a:pt x="8905611" y="0"/>
                  </a:cubicBezTo>
                  <a:lnTo>
                    <a:pt x="10757271" y="38100"/>
                  </a:lnTo>
                  <a:cubicBezTo>
                    <a:pt x="11181451" y="93980"/>
                    <a:pt x="11387191" y="232410"/>
                    <a:pt x="11450691" y="335280"/>
                  </a:cubicBezTo>
                  <a:cubicBezTo>
                    <a:pt x="11514191" y="438150"/>
                    <a:pt x="12939131" y="608330"/>
                    <a:pt x="11138271" y="655320"/>
                  </a:cubicBezTo>
                  <a:cubicBezTo>
                    <a:pt x="9337411" y="702310"/>
                    <a:pt x="2240651" y="629920"/>
                    <a:pt x="637911" y="624840"/>
                  </a:cubicBezTo>
                  <a:close/>
                </a:path>
              </a:pathLst>
            </a:custGeom>
            <a:solidFill>
              <a:srgbClr val="0809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noProof="0" dirty="0"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2CBFDF19-30A1-D27E-5C10-3E6A9699AE2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15200" y="53429"/>
              <a:ext cx="2056523" cy="623197"/>
              <a:chOff x="637579" y="228601"/>
              <a:chExt cx="2766021" cy="838200"/>
            </a:xfrm>
          </p:grpSpPr>
          <p:sp>
            <p:nvSpPr>
              <p:cNvPr id="7" name="Shape 88">
                <a:extLst>
                  <a:ext uri="{FF2B5EF4-FFF2-40B4-BE49-F238E27FC236}">
                    <a16:creationId xmlns:a16="http://schemas.microsoft.com/office/drawing/2014/main" id="{383620FC-8B3C-991A-FD96-32C5D824B9BF}"/>
                  </a:ext>
                </a:extLst>
              </p:cNvPr>
              <p:cNvSpPr txBox="1"/>
              <p:nvPr/>
            </p:nvSpPr>
            <p:spPr>
              <a:xfrm>
                <a:off x="1447799" y="228601"/>
                <a:ext cx="1955801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noProof="0" dirty="0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Pro</a:t>
                </a:r>
                <a:r>
                  <a:rPr lang="en" noProof="0" dirty="0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fessional </a:t>
                </a:r>
                <a:r>
                  <a:rPr lang="en" noProof="0" dirty="0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Sec</a:t>
                </a:r>
                <a:r>
                  <a:rPr lang="en" noProof="0" dirty="0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urity </a:t>
                </a:r>
                <a:r>
                  <a:rPr lang="en" noProof="0" dirty="0">
                    <a:solidFill>
                      <a:srgbClr val="39C8ED"/>
                    </a:solidFill>
                    <a:latin typeface="Cuprum"/>
                    <a:ea typeface="Cuprum"/>
                    <a:cs typeface="Cuprum"/>
                    <a:sym typeface="Cuprum"/>
                  </a:rPr>
                  <a:t>Co</a:t>
                </a:r>
                <a:r>
                  <a:rPr lang="en" noProof="0" dirty="0">
                    <a:solidFill>
                      <a:srgbClr val="FFFFFF"/>
                    </a:solidFill>
                    <a:latin typeface="Cuprum"/>
                    <a:ea typeface="Cuprum"/>
                    <a:cs typeface="Cuprum"/>
                    <a:sym typeface="Cuprum"/>
                  </a:rPr>
                  <a:t>rporation</a:t>
                </a:r>
                <a:endParaRPr lang="en" sz="1100" noProof="0" dirty="0">
                  <a:solidFill>
                    <a:srgbClr val="FFFFFF"/>
                  </a:solidFill>
                  <a:latin typeface="Cuprum"/>
                  <a:ea typeface="Cuprum"/>
                  <a:cs typeface="Cuprum"/>
                  <a:sym typeface="Cuprum"/>
                </a:endParaRPr>
              </a:p>
            </p:txBody>
          </p:sp>
          <p:pic>
            <p:nvPicPr>
              <p:cNvPr id="8" name="Shape 93">
                <a:extLst>
                  <a:ext uri="{FF2B5EF4-FFF2-40B4-BE49-F238E27FC236}">
                    <a16:creationId xmlns:a16="http://schemas.microsoft.com/office/drawing/2014/main" id="{A45AEE94-44FA-0539-12DF-8898755FD6B8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4">
                <a:alphaModFix/>
              </a:blip>
              <a:srcRect l="15778" t="14977" r="18843" b="17722"/>
              <a:stretch>
                <a:fillRect/>
              </a:stretch>
            </p:blipFill>
            <p:spPr>
              <a:xfrm>
                <a:off x="637579" y="228810"/>
                <a:ext cx="886422" cy="814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6AC6ABEE-93F0-3A0A-BBBE-7D75C80BD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926" y="3429000"/>
            <a:ext cx="2461241" cy="24612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B167A16-81E5-4905-4369-A2CEBD60C7E3}"/>
              </a:ext>
            </a:extLst>
          </p:cNvPr>
          <p:cNvSpPr txBox="1"/>
          <p:nvPr/>
        </p:nvSpPr>
        <p:spPr>
          <a:xfrm>
            <a:off x="4361062" y="4182566"/>
            <a:ext cx="42835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800" noProof="0" dirty="0">
                <a:latin typeface="Avenir Next LT Pro" panose="020B0504020202020204" pitchFamily="34" charset="0"/>
              </a:rPr>
              <a:t>The fun continues here:</a:t>
            </a:r>
          </a:p>
          <a:p>
            <a:r>
              <a:rPr lang="en" sz="2800" u="sng" noProof="0" dirty="0">
                <a:latin typeface="Aptos" panose="020B0004020202020204" pitchFamily="34" charset="0"/>
              </a:rPr>
              <a:t>github.com/ProSecCorp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CB48207-2DE1-A068-9ACB-12A0340575B5}"/>
              </a:ext>
            </a:extLst>
          </p:cNvPr>
          <p:cNvSpPr txBox="1"/>
          <p:nvPr/>
        </p:nvSpPr>
        <p:spPr>
          <a:xfrm>
            <a:off x="2035889" y="1617156"/>
            <a:ext cx="50722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3200" b="1" noProof="0" dirty="0">
                <a:latin typeface="Avenir Next LT Pro" panose="020B0504020202020204" pitchFamily="34" charset="0"/>
              </a:rPr>
              <a:t>Thanks</a:t>
            </a:r>
            <a:r>
              <a:rPr lang="en" sz="3200" noProof="0" dirty="0">
                <a:latin typeface="Avenir Next LT Pro" panose="020B0504020202020204" pitchFamily="34" charset="0"/>
              </a:rPr>
              <a:t> for your attention!</a:t>
            </a:r>
          </a:p>
          <a:p>
            <a:pPr algn="ctr"/>
            <a:r>
              <a:rPr lang="en" sz="3200" noProof="0" dirty="0">
                <a:latin typeface="Avenir Next LT Pro" panose="020B0504020202020204" pitchFamily="34" charset="0"/>
              </a:rPr>
              <a:t>Any </a:t>
            </a:r>
            <a:r>
              <a:rPr lang="en" sz="3200" b="1" noProof="0" dirty="0">
                <a:latin typeface="Avenir Next LT Pro" panose="020B0504020202020204" pitchFamily="34" charset="0"/>
              </a:rPr>
              <a:t>questions</a:t>
            </a:r>
            <a:r>
              <a:rPr lang="en" sz="3200" noProof="0" dirty="0">
                <a:latin typeface="Avenir Next LT Pro" panose="020B05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72560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vuoto presentazioni UniPD.potx" id="{9A24300C-EB11-488F-96B8-A0DEDFC77F1B}" vid="{0AD1E55E-450C-4F58-AC83-9B4747D8341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5FA7D4E1073114D8B0B867770B401DA" ma:contentTypeVersion="5" ma:contentTypeDescription="Creare un nuovo documento." ma:contentTypeScope="" ma:versionID="a8ef4c17dbd9ab9672d8f1c2e406c298">
  <xsd:schema xmlns:xsd="http://www.w3.org/2001/XMLSchema" xmlns:xs="http://www.w3.org/2001/XMLSchema" xmlns:p="http://schemas.microsoft.com/office/2006/metadata/properties" xmlns:ns3="6a11de42-2f4e-4d45-ad97-45c75a87992c" targetNamespace="http://schemas.microsoft.com/office/2006/metadata/properties" ma:root="true" ma:fieldsID="39020a85f917b07398af7d2ce6416468" ns3:_="">
    <xsd:import namespace="6a11de42-2f4e-4d45-ad97-45c75a87992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1de42-2f4e-4d45-ad97-45c75a87992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FFFAB-B9D1-4322-8BFE-1293410D2925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6a11de42-2f4e-4d45-ad97-45c75a87992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A783C28-3F6B-4748-A83A-8B43105555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C5C6AE-1803-4056-A74C-C71B79045CEB}">
  <ds:schemaRefs>
    <ds:schemaRef ds:uri="6a11de42-2f4e-4d45-ad97-45c75a8799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1414</Words>
  <Application>Microsoft Office PowerPoint</Application>
  <PresentationFormat>Presentazione su schermo (4:3)</PresentationFormat>
  <Paragraphs>169</Paragraphs>
  <Slides>22</Slides>
  <Notes>21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34" baseType="lpstr">
      <vt:lpstr>Perpetua</vt:lpstr>
      <vt:lpstr>Calibri,Sans-Serif</vt:lpstr>
      <vt:lpstr>Calibri</vt:lpstr>
      <vt:lpstr>Aptos Display</vt:lpstr>
      <vt:lpstr>Consolas</vt:lpstr>
      <vt:lpstr>Courier New</vt:lpstr>
      <vt:lpstr>Cuprum</vt:lpstr>
      <vt:lpstr>Avenir Next LT Pro</vt:lpstr>
      <vt:lpstr>Arial</vt:lpstr>
      <vt:lpstr>Aptos</vt:lpstr>
      <vt:lpstr>Simple Light</vt:lpstr>
      <vt:lpstr>Tema di Office</vt:lpstr>
      <vt:lpstr>Presentazione standard di PowerPoint</vt:lpstr>
      <vt:lpstr>Presentazione standard di PowerPoint</vt:lpstr>
      <vt:lpstr>What is TCP</vt:lpstr>
      <vt:lpstr>SYN flood</vt:lpstr>
      <vt:lpstr>SYN cookie</vt:lpstr>
      <vt:lpstr>Task 1.1: Python SYN flood</vt:lpstr>
      <vt:lpstr>Task 1.1: Python results</vt:lpstr>
      <vt:lpstr>Task 1.1: Smaller backlog</vt:lpstr>
      <vt:lpstr>Task 1.2: SYN flood in C </vt:lpstr>
      <vt:lpstr>Task 1.3: who wants cookies?</vt:lpstr>
      <vt:lpstr>TCP ReSeT</vt:lpstr>
      <vt:lpstr>Task 2: RST attack on Telnet</vt:lpstr>
      <vt:lpstr>Presentazione standard di PowerPoint</vt:lpstr>
      <vt:lpstr>Presentazione standard di PowerPoint</vt:lpstr>
      <vt:lpstr>Presentazione standard di PowerPoint</vt:lpstr>
      <vt:lpstr>Task 3: Hijacking attack on Telnet</vt:lpstr>
      <vt:lpstr>Presentazione standard di PowerPoint</vt:lpstr>
      <vt:lpstr>Presentazione standard di PowerPoint</vt:lpstr>
      <vt:lpstr>Presentazione standard di PowerPoint</vt:lpstr>
      <vt:lpstr>Task 4: Reverse shell</vt:lpstr>
      <vt:lpstr>Task 4: Reverse shell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Emanuele Artusi</dc:creator>
  <cp:lastModifiedBy>Emanuele Artusi</cp:lastModifiedBy>
  <cp:revision>1</cp:revision>
  <dcterms:created xsi:type="dcterms:W3CDTF">2026-10-07T08:36:09Z</dcterms:created>
  <dcterms:modified xsi:type="dcterms:W3CDTF">2026-10-14T00:32:42Z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0x010100C5FA7D4E1073114D8B0B867770B401DA</vt:lpwstr>
  </property>
</Properties>
</file>